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529" r:id="rId3"/>
    <p:sldId id="540" r:id="rId4"/>
    <p:sldId id="514" r:id="rId5"/>
    <p:sldId id="515" r:id="rId7"/>
    <p:sldId id="516" r:id="rId8"/>
    <p:sldId id="535" r:id="rId9"/>
    <p:sldId id="551" r:id="rId10"/>
    <p:sldId id="536" r:id="rId11"/>
    <p:sldId id="546" r:id="rId12"/>
    <p:sldId id="547" r:id="rId13"/>
    <p:sldId id="548" r:id="rId14"/>
    <p:sldId id="549" r:id="rId15"/>
    <p:sldId id="552" r:id="rId16"/>
    <p:sldId id="553" r:id="rId17"/>
    <p:sldId id="537" r:id="rId18"/>
    <p:sldId id="528" r:id="rId19"/>
  </p:sldIdLst>
  <p:sldSz cx="9144000" cy="5143500" type="screen16x9"/>
  <p:notesSz cx="6797675" cy="992632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A9ACEF"/>
    <a:srgbClr val="0000CC"/>
    <a:srgbClr val="A50021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7621" autoAdjust="0"/>
  </p:normalViewPr>
  <p:slideViewPr>
    <p:cSldViewPr showGuides="1">
      <p:cViewPr varScale="1">
        <p:scale>
          <a:sx n="99" d="100"/>
          <a:sy n="99" d="100"/>
        </p:scale>
        <p:origin x="878" y="72"/>
      </p:cViewPr>
      <p:guideLst>
        <p:guide orient="horz" pos="15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B7038-E59F-4A80-A75E-7AA9F300D739}" type="doc">
      <dgm:prSet loTypeId="urn:microsoft.com/office/officeart/2005/8/layout/hProcess4" loCatId="process" qsTypeId="urn:microsoft.com/office/officeart/2005/8/quickstyle/simple2" qsCatId="simple" csTypeId="urn:microsoft.com/office/officeart/2005/8/colors/colorful3" csCatId="accent1" phldr="1"/>
      <dgm:spPr/>
      <dgm:t>
        <a:bodyPr/>
        <a:p>
          <a:endParaRPr lang="en-US"/>
        </a:p>
      </dgm:t>
    </dgm:pt>
    <dgm:pt modelId="{E9FF6F63-DE8B-49AE-AD60-255A714A296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COLLECTION LAYER</a:t>
          </a: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F25AF7-B1AC-494B-B2C1-7761C2AD5D10}" cxnId="{E75F6DED-06CD-437B-A789-6EF0D361CFAF}" type="parTrans">
      <dgm:prSet/>
      <dgm:spPr/>
      <dgm:t>
        <a:bodyPr/>
        <a:p>
          <a:endParaRPr lang="en-US"/>
        </a:p>
      </dgm:t>
    </dgm:pt>
    <dgm:pt modelId="{7C3A5ED0-3AE2-4C34-80A5-AFDCC3D00C7D}" cxnId="{E75F6DED-06CD-437B-A789-6EF0D361CFAF}" type="sibTrans">
      <dgm:prSet/>
      <dgm:spPr/>
      <dgm:t>
        <a:bodyPr/>
        <a:p>
          <a:endParaRPr lang="en-US"/>
        </a:p>
      </dgm:t>
    </dgm:pt>
    <dgm:pt modelId="{7658C677-4936-42C5-874E-7650C7FAE95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Importing IPL CSV dataset</a:t>
          </a:r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05D394-5EBD-4973-8B92-225C959DDD43}" cxnId="{D7DDDDCF-BC8B-46DC-AFFB-B25AA7119B29}" type="parTrans">
      <dgm:prSet/>
      <dgm:spPr/>
    </dgm:pt>
    <dgm:pt modelId="{ED6C39E8-5449-4E1A-843C-6F4EA52661DA}" cxnId="{D7DDDDCF-BC8B-46DC-AFFB-B25AA7119B29}" type="sibTrans">
      <dgm:prSet/>
      <dgm:spPr/>
    </dgm:pt>
    <dgm:pt modelId="{4D3602F6-4A56-471E-94CA-95C297AF4D0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PREPROCESSING LAYER</a:t>
          </a: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1DB170-6BB5-4ADD-8085-548C5A4D75BB}" cxnId="{A89A2CA0-6F8B-4C38-BF7F-8903C138F7A3}" type="parTrans">
      <dgm:prSet/>
      <dgm:spPr/>
      <dgm:t>
        <a:bodyPr/>
        <a:p>
          <a:endParaRPr lang="en-US"/>
        </a:p>
      </dgm:t>
    </dgm:pt>
    <dgm:pt modelId="{44F1BF6E-18A0-4182-BD68-FA72641FED89}" cxnId="{A89A2CA0-6F8B-4C38-BF7F-8903C138F7A3}" type="sibTrans">
      <dgm:prSet/>
      <dgm:spPr/>
      <dgm:t>
        <a:bodyPr/>
        <a:p>
          <a:endParaRPr lang="en-US"/>
        </a:p>
      </dgm:t>
    </dgm:pt>
    <dgm:pt modelId="{5FD16D02-C564-4CE7-AD4E-6C2A2CA9760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Cleaning, encoding, feature extraction</a:t>
          </a:r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9BDEB3-42A8-44CA-B97D-649A2A64BF1F}" cxnId="{484EEE2E-0756-4B07-A3D1-14DFB8FE5337}" type="parTrans">
      <dgm:prSet/>
      <dgm:spPr/>
    </dgm:pt>
    <dgm:pt modelId="{255ECBBB-0D6E-421F-8DE2-689F4B54A068}" cxnId="{484EEE2E-0756-4B07-A3D1-14DFB8FE5337}" type="sibTrans">
      <dgm:prSet/>
      <dgm:spPr/>
    </dgm:pt>
    <dgm:pt modelId="{C77B2DE7-72B5-4696-8020-E9D21215643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VISUALIZATION LAYER</a:t>
          </a: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DAE099-E9CA-400D-9E0B-5FF2A223D856}" cxnId="{001EDADF-6D9A-4CCF-8B7C-3DCEA4071BF0}" type="parTrans">
      <dgm:prSet/>
      <dgm:spPr/>
      <dgm:t>
        <a:bodyPr/>
        <a:p>
          <a:endParaRPr lang="en-US"/>
        </a:p>
      </dgm:t>
    </dgm:pt>
    <dgm:pt modelId="{00E0D5AB-294E-4D02-9E82-5E730EC20037}" cxnId="{001EDADF-6D9A-4CCF-8B7C-3DCEA4071BF0}" type="sibTrans">
      <dgm:prSet/>
      <dgm:spPr/>
      <dgm:t>
        <a:bodyPr/>
        <a:p>
          <a:endParaRPr lang="en-US"/>
        </a:p>
      </dgm:t>
    </dgm:pt>
    <dgm:pt modelId="{3ACC35E0-A870-450C-8846-9A633D5F12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Generating charts &amp; heatmaps</a:t>
          </a:r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1FD375-7A08-4D0E-8791-F2A149001264}" cxnId="{D5B080CB-546A-4D6B-A8B4-FF9DC59434FA}" type="parTrans">
      <dgm:prSet/>
      <dgm:spPr/>
    </dgm:pt>
    <dgm:pt modelId="{8B33E6B0-5E02-4692-B487-35CDBF054EB3}" cxnId="{D5B080CB-546A-4D6B-A8B4-FF9DC59434FA}" type="sibTrans">
      <dgm:prSet/>
      <dgm:spPr/>
    </dgm:pt>
    <dgm:pt modelId="{15450C6C-06A8-4E77-907A-31A66D0A1B3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ML MODEL LAYER</a:t>
          </a: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359232-27CE-42B7-8355-54D124D21FF8}" cxnId="{3D343398-BD23-46E8-BE64-381C64363AD1}" type="parTrans">
      <dgm:prSet/>
      <dgm:spPr/>
    </dgm:pt>
    <dgm:pt modelId="{4EB31F44-B53E-4274-8F62-DC3606EBD528}" cxnId="{3D343398-BD23-46E8-BE64-381C64363AD1}" type="sibTrans">
      <dgm:prSet/>
      <dgm:spPr/>
    </dgm:pt>
    <dgm:pt modelId="{B3A20A2F-F6A1-4DA3-BE20-C388C674F3F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Training Random Forest on historical data</a:t>
          </a:r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C1A48D-8725-41E1-B572-94718A3A9AD6}" cxnId="{E65E7194-D8D6-4A8F-8495-D29C4A4A3E2C}" type="parTrans">
      <dgm:prSet/>
      <dgm:spPr/>
    </dgm:pt>
    <dgm:pt modelId="{04DAACC5-487F-476F-92B3-F88F5306CA0F}" cxnId="{E65E7194-D8D6-4A8F-8495-D29C4A4A3E2C}" type="sibTrans">
      <dgm:prSet/>
      <dgm:spPr/>
    </dgm:pt>
    <dgm:pt modelId="{D6DCE8D7-F428-47CD-8AD5-43432385D2B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LAYER</a:t>
          </a: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7AF377-0F5A-4CBE-BF1A-02F696AD8847}" cxnId="{354481A4-7A59-43FC-9413-6F8799D368EE}" type="parTrans">
      <dgm:prSet/>
      <dgm:spPr/>
    </dgm:pt>
    <dgm:pt modelId="{6AFE7E03-0078-4BE4-8874-819A005FFFFF}" cxnId="{354481A4-7A59-43FC-9413-6F8799D368EE}" type="sibTrans">
      <dgm:prSet/>
      <dgm:spPr/>
    </dgm:pt>
    <dgm:pt modelId="{30C71FDD-DA4C-4520-82F3-4EE8EA3C02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Producing winner predictions</a:t>
          </a:r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4C78C3-93EF-434D-9B33-9C719EFE4EB4}" cxnId="{2BA62040-E0B5-44E8-B640-A38A23F274D2}" type="parTrans">
      <dgm:prSet/>
      <dgm:spPr/>
    </dgm:pt>
    <dgm:pt modelId="{3178EC05-8760-4300-A1DA-5856852B62D9}" cxnId="{2BA62040-E0B5-44E8-B640-A38A23F274D2}" type="sibTrans">
      <dgm:prSet/>
      <dgm:spPr/>
    </dgm:pt>
    <dgm:pt modelId="{D88C4423-150F-403B-9626-786320AD593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DASHBOARD LAYER</a:t>
          </a: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4ADDD6-2A9A-4BFC-9BE3-E8C6569367F1}" cxnId="{1F23C606-58FD-4282-8572-873958262B09}" type="parTrans">
      <dgm:prSet/>
      <dgm:spPr/>
    </dgm:pt>
    <dgm:pt modelId="{39DBBF10-BE66-4371-9F92-D436675BEFBC}" cxnId="{1F23C606-58FD-4282-8572-873958262B09}" type="sibTrans">
      <dgm:prSet/>
      <dgm:spPr/>
    </dgm:pt>
    <dgm:pt modelId="{6F1D2D0D-5E35-48D9-B2E6-750851FDEAB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Streamlit UI for interactive user access</a:t>
          </a:r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15303A-8F5E-475C-B994-94D5ADF52FA0}" cxnId="{030479D0-CDE5-48AF-881C-95EA8BDD1314}" type="parTrans">
      <dgm:prSet/>
      <dgm:spPr/>
    </dgm:pt>
    <dgm:pt modelId="{B0D82C90-F3FA-403E-8DB2-3E8E028E9231}" cxnId="{030479D0-CDE5-48AF-881C-95EA8BDD1314}" type="sibTrans">
      <dgm:prSet/>
      <dgm:spPr/>
    </dgm:pt>
    <dgm:pt modelId="{BA8BD123-1B68-47B3-9A60-99DD00B4A96A}" type="pres">
      <dgm:prSet presAssocID="{FB0B7038-E59F-4A80-A75E-7AA9F300D739}" presName="Name0" presStyleCnt="0">
        <dgm:presLayoutVars>
          <dgm:dir/>
          <dgm:animLvl val="lvl"/>
          <dgm:resizeHandles val="exact"/>
        </dgm:presLayoutVars>
      </dgm:prSet>
      <dgm:spPr/>
    </dgm:pt>
    <dgm:pt modelId="{585580C2-A239-452E-B113-B476A91E8799}" type="pres">
      <dgm:prSet presAssocID="{FB0B7038-E59F-4A80-A75E-7AA9F300D739}" presName="tSp" presStyleCnt="0"/>
      <dgm:spPr/>
    </dgm:pt>
    <dgm:pt modelId="{3F6C11A8-AFAE-4602-B3E9-39EB5C1936A1}" type="pres">
      <dgm:prSet presAssocID="{FB0B7038-E59F-4A80-A75E-7AA9F300D739}" presName="bSp" presStyleCnt="0"/>
      <dgm:spPr/>
    </dgm:pt>
    <dgm:pt modelId="{E133E4F1-BB1A-47C8-9D6A-B65CCAFCC3E1}" type="pres">
      <dgm:prSet presAssocID="{FB0B7038-E59F-4A80-A75E-7AA9F300D739}" presName="process" presStyleCnt="0"/>
      <dgm:spPr/>
    </dgm:pt>
    <dgm:pt modelId="{2566639E-8DF9-4813-8F32-EC940B87E8AF}" type="pres">
      <dgm:prSet presAssocID="{E9FF6F63-DE8B-49AE-AD60-255A714A296C}" presName="composite1" presStyleCnt="0"/>
      <dgm:spPr/>
    </dgm:pt>
    <dgm:pt modelId="{1A5747E1-5840-45A2-8A46-F02FEEBCD20A}" type="pres">
      <dgm:prSet presAssocID="{E9FF6F63-DE8B-49AE-AD60-255A714A296C}" presName="dummyNode1" presStyleCnt="0"/>
      <dgm:spPr/>
    </dgm:pt>
    <dgm:pt modelId="{2AD37861-85A8-4609-9E46-82F2F7106923}" type="pres">
      <dgm:prSet presAssocID="{E9FF6F63-DE8B-49AE-AD60-255A714A296C}" presName="childNode1" presStyleLbl="bgAcc1" presStyleIdx="0" presStyleCnt="6">
        <dgm:presLayoutVars>
          <dgm:bulletEnabled val="1"/>
        </dgm:presLayoutVars>
      </dgm:prSet>
      <dgm:spPr/>
    </dgm:pt>
    <dgm:pt modelId="{E5F25654-25BB-46BF-A2CD-10EBEA7691CE}" type="pres">
      <dgm:prSet presAssocID="{E9FF6F63-DE8B-49AE-AD60-255A714A296C}" presName="childNode1tx" presStyleCnt="0">
        <dgm:presLayoutVars>
          <dgm:bulletEnabled val="1"/>
        </dgm:presLayoutVars>
      </dgm:prSet>
      <dgm:spPr/>
    </dgm:pt>
    <dgm:pt modelId="{B3CBB7AA-67B6-43CB-953F-AF27F17614C9}" type="pres">
      <dgm:prSet presAssocID="{E9FF6F63-DE8B-49AE-AD60-255A714A296C}" presName="parentNode1" presStyleLbl="node1" presStyleIdx="0" presStyleCnt="6">
        <dgm:presLayoutVars>
          <dgm:chMax val="1"/>
          <dgm:bulletEnabled val="1"/>
        </dgm:presLayoutVars>
      </dgm:prSet>
      <dgm:spPr/>
    </dgm:pt>
    <dgm:pt modelId="{CE3EDCFA-9846-4273-8D82-C3D2B8C1D79A}" type="pres">
      <dgm:prSet presAssocID="{E9FF6F63-DE8B-49AE-AD60-255A714A296C}" presName="connSite1" presStyleCnt="0"/>
      <dgm:spPr/>
    </dgm:pt>
    <dgm:pt modelId="{77815422-E0A2-4C41-B13B-302C923EC455}" type="pres">
      <dgm:prSet presAssocID="{7C3A5ED0-3AE2-4C34-80A5-AFDCC3D00C7D}" presName="Name9" presStyleLbl="sibTrans2D1" presStyleIdx="0" presStyleCnt="5"/>
      <dgm:spPr/>
    </dgm:pt>
    <dgm:pt modelId="{4F258940-077D-438A-B658-2EC85271CD17}" type="pres">
      <dgm:prSet presAssocID="{4D3602F6-4A56-471E-94CA-95C297AF4D0A}" presName="composite2" presStyleCnt="0"/>
      <dgm:spPr/>
    </dgm:pt>
    <dgm:pt modelId="{BC02DC53-8BAA-44F2-934C-E4E0F2E00020}" type="pres">
      <dgm:prSet presAssocID="{4D3602F6-4A56-471E-94CA-95C297AF4D0A}" presName="dummyNode2" presStyleCnt="0"/>
      <dgm:spPr/>
    </dgm:pt>
    <dgm:pt modelId="{B25FCF18-6D16-4637-90A8-2E0CAF94FEE5}" type="pres">
      <dgm:prSet presAssocID="{4D3602F6-4A56-471E-94CA-95C297AF4D0A}" presName="childNode2" presStyleLbl="bgAcc1" presStyleIdx="1" presStyleCnt="6">
        <dgm:presLayoutVars>
          <dgm:bulletEnabled val="1"/>
        </dgm:presLayoutVars>
      </dgm:prSet>
      <dgm:spPr/>
    </dgm:pt>
    <dgm:pt modelId="{D8E95CFA-F22C-4396-A563-31BC08D01C25}" type="pres">
      <dgm:prSet presAssocID="{4D3602F6-4A56-471E-94CA-95C297AF4D0A}" presName="childNode2tx" presStyleCnt="0">
        <dgm:presLayoutVars>
          <dgm:bulletEnabled val="1"/>
        </dgm:presLayoutVars>
      </dgm:prSet>
      <dgm:spPr/>
    </dgm:pt>
    <dgm:pt modelId="{31E90DF8-B650-4650-AF10-2C664E6B18E7}" type="pres">
      <dgm:prSet presAssocID="{4D3602F6-4A56-471E-94CA-95C297AF4D0A}" presName="parentNode2" presStyleLbl="node1" presStyleIdx="1" presStyleCnt="6">
        <dgm:presLayoutVars>
          <dgm:chMax val="0"/>
          <dgm:bulletEnabled val="1"/>
        </dgm:presLayoutVars>
      </dgm:prSet>
      <dgm:spPr/>
    </dgm:pt>
    <dgm:pt modelId="{299264F3-5940-4F1F-B4E0-E95ED31AA838}" type="pres">
      <dgm:prSet presAssocID="{4D3602F6-4A56-471E-94CA-95C297AF4D0A}" presName="connSite2" presStyleCnt="0"/>
      <dgm:spPr/>
    </dgm:pt>
    <dgm:pt modelId="{8F4113E0-92D2-4415-A950-B213F52A6E2A}" type="pres">
      <dgm:prSet presAssocID="{44F1BF6E-18A0-4182-BD68-FA72641FED89}" presName="Name18" presStyleLbl="sibTrans2D1" presStyleIdx="1" presStyleCnt="5"/>
      <dgm:spPr/>
    </dgm:pt>
    <dgm:pt modelId="{13459B63-5D14-4E68-B9CF-829AF9FBDAB7}" type="pres">
      <dgm:prSet presAssocID="{C77B2DE7-72B5-4696-8020-E9D212156430}" presName="composite1" presStyleCnt="0"/>
      <dgm:spPr/>
    </dgm:pt>
    <dgm:pt modelId="{F980078D-617F-48EA-ABA6-66ACD2C94C70}" type="pres">
      <dgm:prSet presAssocID="{C77B2DE7-72B5-4696-8020-E9D212156430}" presName="dummyNode1" presStyleCnt="0"/>
      <dgm:spPr/>
    </dgm:pt>
    <dgm:pt modelId="{BC96756B-BE95-4BE7-910A-5179FFCD8079}" type="pres">
      <dgm:prSet presAssocID="{C77B2DE7-72B5-4696-8020-E9D212156430}" presName="childNode1" presStyleLbl="bgAcc1" presStyleIdx="2" presStyleCnt="6">
        <dgm:presLayoutVars>
          <dgm:bulletEnabled val="1"/>
        </dgm:presLayoutVars>
      </dgm:prSet>
      <dgm:spPr/>
    </dgm:pt>
    <dgm:pt modelId="{44EF6241-A52B-41BD-9EDD-98C39C63F29E}" type="pres">
      <dgm:prSet presAssocID="{C77B2DE7-72B5-4696-8020-E9D212156430}" presName="childNode1tx" presStyleCnt="0">
        <dgm:presLayoutVars>
          <dgm:bulletEnabled val="1"/>
        </dgm:presLayoutVars>
      </dgm:prSet>
      <dgm:spPr/>
    </dgm:pt>
    <dgm:pt modelId="{5402C2AB-C2B1-45D4-93DD-F88C5826052A}" type="pres">
      <dgm:prSet presAssocID="{C77B2DE7-72B5-4696-8020-E9D212156430}" presName="parentNode1" presStyleLbl="node1" presStyleIdx="2" presStyleCnt="6">
        <dgm:presLayoutVars>
          <dgm:chMax val="1"/>
          <dgm:bulletEnabled val="1"/>
        </dgm:presLayoutVars>
      </dgm:prSet>
      <dgm:spPr/>
    </dgm:pt>
    <dgm:pt modelId="{0EF7F1E5-4C42-42D8-9F35-3B75AB97D0FC}" type="pres">
      <dgm:prSet presAssocID="{C77B2DE7-72B5-4696-8020-E9D212156430}" presName="connSite1" presStyleCnt="0"/>
      <dgm:spPr/>
    </dgm:pt>
    <dgm:pt modelId="{B9577E98-39C0-47E3-9B78-246A2E5F0A22}" type="pres">
      <dgm:prSet presAssocID="{00E0D5AB-294E-4D02-9E82-5E730EC20037}" presName="Name9" presStyleLbl="sibTrans2D1" presStyleIdx="2" presStyleCnt="5"/>
      <dgm:spPr/>
    </dgm:pt>
    <dgm:pt modelId="{536B191C-5A4F-443F-AFF6-7E3569D061EA}" type="pres">
      <dgm:prSet presAssocID="{15450C6C-06A8-4E77-907A-31A66D0A1B30}" presName="composite2" presStyleCnt="0"/>
      <dgm:spPr/>
    </dgm:pt>
    <dgm:pt modelId="{1226C136-93ED-4230-B74A-33CA7E7B61B9}" type="pres">
      <dgm:prSet presAssocID="{15450C6C-06A8-4E77-907A-31A66D0A1B30}" presName="dummyNode2" presStyleCnt="0"/>
      <dgm:spPr/>
    </dgm:pt>
    <dgm:pt modelId="{4AB403F9-5515-45CC-8618-95061AB16178}" type="pres">
      <dgm:prSet presAssocID="{15450C6C-06A8-4E77-907A-31A66D0A1B30}" presName="childNode2" presStyleLbl="bgAcc1" presStyleIdx="3" presStyleCnt="6">
        <dgm:presLayoutVars>
          <dgm:bulletEnabled val="1"/>
        </dgm:presLayoutVars>
      </dgm:prSet>
      <dgm:spPr/>
    </dgm:pt>
    <dgm:pt modelId="{323B9CA1-10C7-4057-A2C4-896D26FB3B27}" type="pres">
      <dgm:prSet presAssocID="{15450C6C-06A8-4E77-907A-31A66D0A1B30}" presName="childNode2tx" presStyleCnt="0">
        <dgm:presLayoutVars>
          <dgm:bulletEnabled val="1"/>
        </dgm:presLayoutVars>
      </dgm:prSet>
      <dgm:spPr/>
    </dgm:pt>
    <dgm:pt modelId="{A8B7A22E-C83E-40DD-8138-26DF3A2ACF30}" type="pres">
      <dgm:prSet presAssocID="{15450C6C-06A8-4E77-907A-31A66D0A1B30}" presName="parentNode2" presStyleLbl="node1" presStyleIdx="3" presStyleCnt="6">
        <dgm:presLayoutVars>
          <dgm:chMax val="0"/>
          <dgm:bulletEnabled val="1"/>
        </dgm:presLayoutVars>
      </dgm:prSet>
      <dgm:spPr/>
    </dgm:pt>
    <dgm:pt modelId="{E13348FB-9E61-4248-9FE7-2F14A42B4030}" type="pres">
      <dgm:prSet presAssocID="{15450C6C-06A8-4E77-907A-31A66D0A1B30}" presName="connSite2" presStyleCnt="0"/>
      <dgm:spPr/>
    </dgm:pt>
    <dgm:pt modelId="{4385F43B-723E-4C2F-831B-8D0288B39340}" type="pres">
      <dgm:prSet presAssocID="{4EB31F44-B53E-4274-8F62-DC3606EBD528}" presName="Name18" presStyleLbl="sibTrans2D1" presStyleIdx="3" presStyleCnt="5"/>
      <dgm:spPr/>
    </dgm:pt>
    <dgm:pt modelId="{D72A3CBA-647A-474D-A97B-C5356B286E80}" type="pres">
      <dgm:prSet presAssocID="{D6DCE8D7-F428-47CD-8AD5-43432385D2BE}" presName="composite1" presStyleCnt="0"/>
      <dgm:spPr/>
    </dgm:pt>
    <dgm:pt modelId="{A416B383-7B31-4213-AC72-D473C6C72248}" type="pres">
      <dgm:prSet presAssocID="{D6DCE8D7-F428-47CD-8AD5-43432385D2BE}" presName="dummyNode1" presStyleCnt="0"/>
      <dgm:spPr/>
    </dgm:pt>
    <dgm:pt modelId="{34C800D1-6014-4469-9B65-FA349949542F}" type="pres">
      <dgm:prSet presAssocID="{D6DCE8D7-F428-47CD-8AD5-43432385D2BE}" presName="childNode1" presStyleLbl="bgAcc1" presStyleIdx="4" presStyleCnt="6">
        <dgm:presLayoutVars>
          <dgm:bulletEnabled val="1"/>
        </dgm:presLayoutVars>
      </dgm:prSet>
      <dgm:spPr/>
    </dgm:pt>
    <dgm:pt modelId="{E03105C9-EDEF-459F-99DC-458B5F85EF82}" type="pres">
      <dgm:prSet presAssocID="{D6DCE8D7-F428-47CD-8AD5-43432385D2BE}" presName="childNode1tx" presStyleCnt="0">
        <dgm:presLayoutVars>
          <dgm:bulletEnabled val="1"/>
        </dgm:presLayoutVars>
      </dgm:prSet>
      <dgm:spPr/>
    </dgm:pt>
    <dgm:pt modelId="{2421F20E-8B85-4064-AEEF-4E7230F6D7A2}" type="pres">
      <dgm:prSet presAssocID="{D6DCE8D7-F428-47CD-8AD5-43432385D2BE}" presName="parentNode1" presStyleLbl="node1" presStyleIdx="4" presStyleCnt="6">
        <dgm:presLayoutVars>
          <dgm:chMax val="1"/>
          <dgm:bulletEnabled val="1"/>
        </dgm:presLayoutVars>
      </dgm:prSet>
      <dgm:spPr/>
    </dgm:pt>
    <dgm:pt modelId="{BE12C523-3C03-4F20-A34F-87BE5F3B470C}" type="pres">
      <dgm:prSet presAssocID="{D6DCE8D7-F428-47CD-8AD5-43432385D2BE}" presName="connSite1" presStyleCnt="0"/>
      <dgm:spPr/>
    </dgm:pt>
    <dgm:pt modelId="{026CE778-8FCF-4E62-97E8-42E2C3473A69}" type="pres">
      <dgm:prSet presAssocID="{6AFE7E03-0078-4BE4-8874-819A005FFFFF}" presName="Name9" presStyleLbl="sibTrans2D1" presStyleIdx="4" presStyleCnt="5"/>
      <dgm:spPr/>
    </dgm:pt>
    <dgm:pt modelId="{549CFD59-AE1A-44BC-A3F7-8C83ABB3F294}" type="pres">
      <dgm:prSet presAssocID="{D88C4423-150F-403B-9626-786320AD5939}" presName="composite2" presStyleCnt="0"/>
      <dgm:spPr/>
    </dgm:pt>
    <dgm:pt modelId="{C3C2C1E5-B4FE-4D70-AA98-F3E6B27ED3BD}" type="pres">
      <dgm:prSet presAssocID="{D88C4423-150F-403B-9626-786320AD5939}" presName="dummyNode2" presStyleCnt="0"/>
      <dgm:spPr/>
    </dgm:pt>
    <dgm:pt modelId="{350A315D-167E-4C23-BBC7-974A722377EE}" type="pres">
      <dgm:prSet presAssocID="{D88C4423-150F-403B-9626-786320AD5939}" presName="childNode2" presStyleLbl="bgAcc1" presStyleIdx="5" presStyleCnt="6">
        <dgm:presLayoutVars>
          <dgm:bulletEnabled val="1"/>
        </dgm:presLayoutVars>
      </dgm:prSet>
      <dgm:spPr/>
    </dgm:pt>
    <dgm:pt modelId="{DDDFA664-AFF7-48E0-8932-2F3F37C6D148}" type="pres">
      <dgm:prSet presAssocID="{D88C4423-150F-403B-9626-786320AD5939}" presName="childNode2tx" presStyleCnt="0">
        <dgm:presLayoutVars>
          <dgm:bulletEnabled val="1"/>
        </dgm:presLayoutVars>
      </dgm:prSet>
      <dgm:spPr/>
    </dgm:pt>
    <dgm:pt modelId="{ED7E4D6B-7547-4504-8589-7A67C1169B63}" type="pres">
      <dgm:prSet presAssocID="{D88C4423-150F-403B-9626-786320AD5939}" presName="parentNode2" presStyleLbl="node1" presStyleIdx="5" presStyleCnt="6">
        <dgm:presLayoutVars>
          <dgm:chMax val="0"/>
          <dgm:bulletEnabled val="1"/>
        </dgm:presLayoutVars>
      </dgm:prSet>
      <dgm:spPr/>
    </dgm:pt>
    <dgm:pt modelId="{A5008567-1DE8-44EB-9D12-00D960943D76}" type="pres">
      <dgm:prSet presAssocID="{D88C4423-150F-403B-9626-786320AD5939}" presName="connSite2" presStyleCnt="0"/>
      <dgm:spPr/>
    </dgm:pt>
  </dgm:ptLst>
  <dgm:cxnLst>
    <dgm:cxn modelId="{E75F6DED-06CD-437B-A789-6EF0D361CFAF}" srcId="{FB0B7038-E59F-4A80-A75E-7AA9F300D739}" destId="{E9FF6F63-DE8B-49AE-AD60-255A714A296C}" srcOrd="0" destOrd="0" parTransId="{E2F25AF7-B1AC-494B-B2C1-7761C2AD5D10}" sibTransId="{7C3A5ED0-3AE2-4C34-80A5-AFDCC3D00C7D}"/>
    <dgm:cxn modelId="{D7DDDDCF-BC8B-46DC-AFFB-B25AA7119B29}" srcId="{E9FF6F63-DE8B-49AE-AD60-255A714A296C}" destId="{7658C677-4936-42C5-874E-7650C7FAE95C}" srcOrd="0" destOrd="0" parTransId="{6B05D394-5EBD-4973-8B92-225C959DDD43}" sibTransId="{ED6C39E8-5449-4E1A-843C-6F4EA52661DA}"/>
    <dgm:cxn modelId="{A89A2CA0-6F8B-4C38-BF7F-8903C138F7A3}" srcId="{FB0B7038-E59F-4A80-A75E-7AA9F300D739}" destId="{4D3602F6-4A56-471E-94CA-95C297AF4D0A}" srcOrd="1" destOrd="0" parTransId="{511DB170-6BB5-4ADD-8085-548C5A4D75BB}" sibTransId="{44F1BF6E-18A0-4182-BD68-FA72641FED89}"/>
    <dgm:cxn modelId="{484EEE2E-0756-4B07-A3D1-14DFB8FE5337}" srcId="{4D3602F6-4A56-471E-94CA-95C297AF4D0A}" destId="{5FD16D02-C564-4CE7-AD4E-6C2A2CA9760F}" srcOrd="0" destOrd="1" parTransId="{CC9BDEB3-42A8-44CA-B97D-649A2A64BF1F}" sibTransId="{255ECBBB-0D6E-421F-8DE2-689F4B54A068}"/>
    <dgm:cxn modelId="{001EDADF-6D9A-4CCF-8B7C-3DCEA4071BF0}" srcId="{FB0B7038-E59F-4A80-A75E-7AA9F300D739}" destId="{C77B2DE7-72B5-4696-8020-E9D212156430}" srcOrd="2" destOrd="0" parTransId="{CFDAE099-E9CA-400D-9E0B-5FF2A223D856}" sibTransId="{00E0D5AB-294E-4D02-9E82-5E730EC20037}"/>
    <dgm:cxn modelId="{D5B080CB-546A-4D6B-A8B4-FF9DC59434FA}" srcId="{C77B2DE7-72B5-4696-8020-E9D212156430}" destId="{3ACC35E0-A870-450C-8846-9A633D5F12E3}" srcOrd="0" destOrd="2" parTransId="{CD1FD375-7A08-4D0E-8791-F2A149001264}" sibTransId="{8B33E6B0-5E02-4692-B487-35CDBF054EB3}"/>
    <dgm:cxn modelId="{3D343398-BD23-46E8-BE64-381C64363AD1}" srcId="{FB0B7038-E59F-4A80-A75E-7AA9F300D739}" destId="{15450C6C-06A8-4E77-907A-31A66D0A1B30}" srcOrd="3" destOrd="0" parTransId="{9F359232-27CE-42B7-8355-54D124D21FF8}" sibTransId="{4EB31F44-B53E-4274-8F62-DC3606EBD528}"/>
    <dgm:cxn modelId="{E65E7194-D8D6-4A8F-8495-D29C4A4A3E2C}" srcId="{15450C6C-06A8-4E77-907A-31A66D0A1B30}" destId="{B3A20A2F-F6A1-4DA3-BE20-C388C674F3F4}" srcOrd="0" destOrd="3" parTransId="{2CC1A48D-8725-41E1-B572-94718A3A9AD6}" sibTransId="{04DAACC5-487F-476F-92B3-F88F5306CA0F}"/>
    <dgm:cxn modelId="{354481A4-7A59-43FC-9413-6F8799D368EE}" srcId="{FB0B7038-E59F-4A80-A75E-7AA9F300D739}" destId="{D6DCE8D7-F428-47CD-8AD5-43432385D2BE}" srcOrd="4" destOrd="0" parTransId="{2E7AF377-0F5A-4CBE-BF1A-02F696AD8847}" sibTransId="{6AFE7E03-0078-4BE4-8874-819A005FFFFF}"/>
    <dgm:cxn modelId="{2BA62040-E0B5-44E8-B640-A38A23F274D2}" srcId="{D6DCE8D7-F428-47CD-8AD5-43432385D2BE}" destId="{30C71FDD-DA4C-4520-82F3-4EE8EA3C02AE}" srcOrd="0" destOrd="4" parTransId="{764C78C3-93EF-434D-9B33-9C719EFE4EB4}" sibTransId="{3178EC05-8760-4300-A1DA-5856852B62D9}"/>
    <dgm:cxn modelId="{1F23C606-58FD-4282-8572-873958262B09}" srcId="{FB0B7038-E59F-4A80-A75E-7AA9F300D739}" destId="{D88C4423-150F-403B-9626-786320AD5939}" srcOrd="5" destOrd="0" parTransId="{CB4ADDD6-2A9A-4BFC-9BE3-E8C6569367F1}" sibTransId="{39DBBF10-BE66-4371-9F92-D436675BEFBC}"/>
    <dgm:cxn modelId="{030479D0-CDE5-48AF-881C-95EA8BDD1314}" srcId="{D88C4423-150F-403B-9626-786320AD5939}" destId="{6F1D2D0D-5E35-48D9-B2E6-750851FDEABE}" srcOrd="0" destOrd="5" parTransId="{D215303A-8F5E-475C-B994-94D5ADF52FA0}" sibTransId="{B0D82C90-F3FA-403E-8DB2-3E8E028E9231}"/>
    <dgm:cxn modelId="{12EC5814-5B14-4220-B80E-EA9B7A1EFA8F}" type="presOf" srcId="{FB0B7038-E59F-4A80-A75E-7AA9F300D739}" destId="{BA8BD123-1B68-47B3-9A60-99DD00B4A96A}" srcOrd="0" destOrd="0" presId="urn:microsoft.com/office/officeart/2005/8/layout/hProcess4"/>
    <dgm:cxn modelId="{2B26C90D-565A-4717-857F-F058E71FCA4C}" type="presParOf" srcId="{BA8BD123-1B68-47B3-9A60-99DD00B4A96A}" destId="{585580C2-A239-452E-B113-B476A91E8799}" srcOrd="0" destOrd="0" presId="urn:microsoft.com/office/officeart/2005/8/layout/hProcess4"/>
    <dgm:cxn modelId="{55E5E923-7DDB-4DEF-9D03-EB8E8CB388D5}" type="presParOf" srcId="{BA8BD123-1B68-47B3-9A60-99DD00B4A96A}" destId="{3F6C11A8-AFAE-4602-B3E9-39EB5C1936A1}" srcOrd="1" destOrd="0" presId="urn:microsoft.com/office/officeart/2005/8/layout/hProcess4"/>
    <dgm:cxn modelId="{B8CA9BFD-461A-45A7-A65A-E8FA36764D78}" type="presParOf" srcId="{BA8BD123-1B68-47B3-9A60-99DD00B4A96A}" destId="{E133E4F1-BB1A-47C8-9D6A-B65CCAFCC3E1}" srcOrd="2" destOrd="0" presId="urn:microsoft.com/office/officeart/2005/8/layout/hProcess4"/>
    <dgm:cxn modelId="{9E2C2A84-0ACA-40FF-9D1C-7857EC6BDCFC}" type="presParOf" srcId="{E133E4F1-BB1A-47C8-9D6A-B65CCAFCC3E1}" destId="{2566639E-8DF9-4813-8F32-EC940B87E8AF}" srcOrd="0" destOrd="2" presId="urn:microsoft.com/office/officeart/2005/8/layout/hProcess4"/>
    <dgm:cxn modelId="{E124F395-D245-49EC-A8B6-0ADE4FE64623}" type="presParOf" srcId="{2566639E-8DF9-4813-8F32-EC940B87E8AF}" destId="{1A5747E1-5840-45A2-8A46-F02FEEBCD20A}" srcOrd="0" destOrd="0" presId="urn:microsoft.com/office/officeart/2005/8/layout/hProcess4"/>
    <dgm:cxn modelId="{3139CDA6-4D3F-467F-95C2-87622DE7B754}" type="presParOf" srcId="{2566639E-8DF9-4813-8F32-EC940B87E8AF}" destId="{2AD37861-85A8-4609-9E46-82F2F7106923}" srcOrd="1" destOrd="0" presId="urn:microsoft.com/office/officeart/2005/8/layout/hProcess4"/>
    <dgm:cxn modelId="{E4B25E4C-55CF-4FDF-BFE1-47286E0F20DB}" type="presOf" srcId="{7658C677-4936-42C5-874E-7650C7FAE95C}" destId="{2AD37861-85A8-4609-9E46-82F2F7106923}" srcOrd="0" destOrd="0" presId="urn:microsoft.com/office/officeart/2005/8/layout/hProcess4"/>
    <dgm:cxn modelId="{F5E57780-9E16-48DF-AC13-515E6F3A96F5}" type="presParOf" srcId="{2566639E-8DF9-4813-8F32-EC940B87E8AF}" destId="{E5F25654-25BB-46BF-A2CD-10EBEA7691CE}" srcOrd="2" destOrd="0" presId="urn:microsoft.com/office/officeart/2005/8/layout/hProcess4"/>
    <dgm:cxn modelId="{47B42161-6792-4D47-93BD-E0AF1B3A60BD}" type="presOf" srcId="{7658C677-4936-42C5-874E-7650C7FAE95C}" destId="{E5F25654-25BB-46BF-A2CD-10EBEA7691CE}" srcOrd="1" destOrd="0" presId="urn:microsoft.com/office/officeart/2005/8/layout/hProcess4"/>
    <dgm:cxn modelId="{682A601E-98DE-4214-8C67-51974CED1485}" type="presParOf" srcId="{2566639E-8DF9-4813-8F32-EC940B87E8AF}" destId="{B3CBB7AA-67B6-43CB-953F-AF27F17614C9}" srcOrd="3" destOrd="0" presId="urn:microsoft.com/office/officeart/2005/8/layout/hProcess4"/>
    <dgm:cxn modelId="{9DAB0252-B6B2-469A-9C9F-3ACE81937525}" type="presOf" srcId="{E9FF6F63-DE8B-49AE-AD60-255A714A296C}" destId="{B3CBB7AA-67B6-43CB-953F-AF27F17614C9}" srcOrd="0" destOrd="0" presId="urn:microsoft.com/office/officeart/2005/8/layout/hProcess4"/>
    <dgm:cxn modelId="{E3A203CB-F4A2-4A19-A8A1-589594C8944B}" type="presParOf" srcId="{2566639E-8DF9-4813-8F32-EC940B87E8AF}" destId="{CE3EDCFA-9846-4273-8D82-C3D2B8C1D79A}" srcOrd="4" destOrd="0" presId="urn:microsoft.com/office/officeart/2005/8/layout/hProcess4"/>
    <dgm:cxn modelId="{2A90670E-D5F1-4740-AEF3-5F63B1A17FC7}" type="presParOf" srcId="{E133E4F1-BB1A-47C8-9D6A-B65CCAFCC3E1}" destId="{77815422-E0A2-4C41-B13B-302C923EC455}" srcOrd="1" destOrd="2" presId="urn:microsoft.com/office/officeart/2005/8/layout/hProcess4"/>
    <dgm:cxn modelId="{120EEE72-48D4-4A5E-83B9-E3E87B68861F}" type="presOf" srcId="{7C3A5ED0-3AE2-4C34-80A5-AFDCC3D00C7D}" destId="{77815422-E0A2-4C41-B13B-302C923EC455}" srcOrd="0" destOrd="0" presId="urn:microsoft.com/office/officeart/2005/8/layout/hProcess4"/>
    <dgm:cxn modelId="{C8ABE5FB-1D02-448E-BA8E-429CFA31C638}" type="presParOf" srcId="{E133E4F1-BB1A-47C8-9D6A-B65CCAFCC3E1}" destId="{4F258940-077D-438A-B658-2EC85271CD17}" srcOrd="2" destOrd="2" presId="urn:microsoft.com/office/officeart/2005/8/layout/hProcess4"/>
    <dgm:cxn modelId="{84C6F39B-99E7-40C9-84CE-CA379F592FE9}" type="presParOf" srcId="{4F258940-077D-438A-B658-2EC85271CD17}" destId="{BC02DC53-8BAA-44F2-934C-E4E0F2E00020}" srcOrd="0" destOrd="2" presId="urn:microsoft.com/office/officeart/2005/8/layout/hProcess4"/>
    <dgm:cxn modelId="{6483F126-1904-4EFA-8475-E1E70C83E146}" type="presParOf" srcId="{4F258940-077D-438A-B658-2EC85271CD17}" destId="{B25FCF18-6D16-4637-90A8-2E0CAF94FEE5}" srcOrd="1" destOrd="2" presId="urn:microsoft.com/office/officeart/2005/8/layout/hProcess4"/>
    <dgm:cxn modelId="{C9426CF2-CE8E-4641-9752-68D3F0B63206}" type="presOf" srcId="{5FD16D02-C564-4CE7-AD4E-6C2A2CA9760F}" destId="{B25FCF18-6D16-4637-90A8-2E0CAF94FEE5}" srcOrd="0" destOrd="0" presId="urn:microsoft.com/office/officeart/2005/8/layout/hProcess4"/>
    <dgm:cxn modelId="{6A4DC625-B003-4E95-9D36-31D57467EBCD}" type="presParOf" srcId="{4F258940-077D-438A-B658-2EC85271CD17}" destId="{D8E95CFA-F22C-4396-A563-31BC08D01C25}" srcOrd="2" destOrd="2" presId="urn:microsoft.com/office/officeart/2005/8/layout/hProcess4"/>
    <dgm:cxn modelId="{E0E4B73B-3F79-4401-AB4C-D86AC39BCBC9}" type="presOf" srcId="{5FD16D02-C564-4CE7-AD4E-6C2A2CA9760F}" destId="{D8E95CFA-F22C-4396-A563-31BC08D01C25}" srcOrd="1" destOrd="0" presId="urn:microsoft.com/office/officeart/2005/8/layout/hProcess4"/>
    <dgm:cxn modelId="{5C149FDA-7F3F-4579-8718-53CFE2E42DDE}" type="presParOf" srcId="{4F258940-077D-438A-B658-2EC85271CD17}" destId="{31E90DF8-B650-4650-AF10-2C664E6B18E7}" srcOrd="3" destOrd="2" presId="urn:microsoft.com/office/officeart/2005/8/layout/hProcess4"/>
    <dgm:cxn modelId="{83F87FFB-1477-44FB-BA5A-89E65736DAC2}" type="presOf" srcId="{4D3602F6-4A56-471E-94CA-95C297AF4D0A}" destId="{31E90DF8-B650-4650-AF10-2C664E6B18E7}" srcOrd="0" destOrd="0" presId="urn:microsoft.com/office/officeart/2005/8/layout/hProcess4"/>
    <dgm:cxn modelId="{819672E8-43CC-491B-8BB7-124FAE364837}" type="presParOf" srcId="{4F258940-077D-438A-B658-2EC85271CD17}" destId="{299264F3-5940-4F1F-B4E0-E95ED31AA838}" srcOrd="4" destOrd="2" presId="urn:microsoft.com/office/officeart/2005/8/layout/hProcess4"/>
    <dgm:cxn modelId="{2A78E1E6-37E1-491D-8FD9-8AFBD9B214FE}" type="presParOf" srcId="{E133E4F1-BB1A-47C8-9D6A-B65CCAFCC3E1}" destId="{8F4113E0-92D2-4415-A950-B213F52A6E2A}" srcOrd="3" destOrd="2" presId="urn:microsoft.com/office/officeart/2005/8/layout/hProcess4"/>
    <dgm:cxn modelId="{C4E45EED-98D1-476E-9C32-C9988F990A08}" type="presOf" srcId="{44F1BF6E-18A0-4182-BD68-FA72641FED89}" destId="{8F4113E0-92D2-4415-A950-B213F52A6E2A}" srcOrd="0" destOrd="0" presId="urn:microsoft.com/office/officeart/2005/8/layout/hProcess4"/>
    <dgm:cxn modelId="{570FA556-0E74-4370-9C8B-66CA37BF9AD4}" type="presParOf" srcId="{E133E4F1-BB1A-47C8-9D6A-B65CCAFCC3E1}" destId="{13459B63-5D14-4E68-B9CF-829AF9FBDAB7}" srcOrd="4" destOrd="2" presId="urn:microsoft.com/office/officeart/2005/8/layout/hProcess4"/>
    <dgm:cxn modelId="{F946A8B1-DC6F-4A09-9F25-C24C256A51E5}" type="presParOf" srcId="{13459B63-5D14-4E68-B9CF-829AF9FBDAB7}" destId="{F980078D-617F-48EA-ABA6-66ACD2C94C70}" srcOrd="0" destOrd="4" presId="urn:microsoft.com/office/officeart/2005/8/layout/hProcess4"/>
    <dgm:cxn modelId="{915A9946-4F0C-4154-8845-04E2678184EB}" type="presParOf" srcId="{13459B63-5D14-4E68-B9CF-829AF9FBDAB7}" destId="{BC96756B-BE95-4BE7-910A-5179FFCD8079}" srcOrd="1" destOrd="4" presId="urn:microsoft.com/office/officeart/2005/8/layout/hProcess4"/>
    <dgm:cxn modelId="{37615D92-0659-41F2-98A9-054B93C09883}" type="presOf" srcId="{3ACC35E0-A870-450C-8846-9A633D5F12E3}" destId="{BC96756B-BE95-4BE7-910A-5179FFCD8079}" srcOrd="0" destOrd="0" presId="urn:microsoft.com/office/officeart/2005/8/layout/hProcess4"/>
    <dgm:cxn modelId="{3B8FEEF5-7417-45E7-816B-850B075BFE80}" type="presParOf" srcId="{13459B63-5D14-4E68-B9CF-829AF9FBDAB7}" destId="{44EF6241-A52B-41BD-9EDD-98C39C63F29E}" srcOrd="2" destOrd="4" presId="urn:microsoft.com/office/officeart/2005/8/layout/hProcess4"/>
    <dgm:cxn modelId="{9310611F-7FF6-4908-AF98-0F65E281451C}" type="presOf" srcId="{3ACC35E0-A870-450C-8846-9A633D5F12E3}" destId="{44EF6241-A52B-41BD-9EDD-98C39C63F29E}" srcOrd="1" destOrd="0" presId="urn:microsoft.com/office/officeart/2005/8/layout/hProcess4"/>
    <dgm:cxn modelId="{2C87FC85-9A24-4277-8847-4ABD821AA340}" type="presParOf" srcId="{13459B63-5D14-4E68-B9CF-829AF9FBDAB7}" destId="{5402C2AB-C2B1-45D4-93DD-F88C5826052A}" srcOrd="3" destOrd="4" presId="urn:microsoft.com/office/officeart/2005/8/layout/hProcess4"/>
    <dgm:cxn modelId="{C25A00E2-95EC-4FF7-B227-46AECA7E75D7}" type="presOf" srcId="{C77B2DE7-72B5-4696-8020-E9D212156430}" destId="{5402C2AB-C2B1-45D4-93DD-F88C5826052A}" srcOrd="0" destOrd="0" presId="urn:microsoft.com/office/officeart/2005/8/layout/hProcess4"/>
    <dgm:cxn modelId="{D3AA4E9B-C145-4136-B0AB-80904EE2C898}" type="presParOf" srcId="{13459B63-5D14-4E68-B9CF-829AF9FBDAB7}" destId="{0EF7F1E5-4C42-42D8-9F35-3B75AB97D0FC}" srcOrd="4" destOrd="4" presId="urn:microsoft.com/office/officeart/2005/8/layout/hProcess4"/>
    <dgm:cxn modelId="{25F23FF3-CAD1-41F6-99B6-59B90431A712}" type="presParOf" srcId="{E133E4F1-BB1A-47C8-9D6A-B65CCAFCC3E1}" destId="{B9577E98-39C0-47E3-9B78-246A2E5F0A22}" srcOrd="5" destOrd="2" presId="urn:microsoft.com/office/officeart/2005/8/layout/hProcess4"/>
    <dgm:cxn modelId="{3C2C11A7-92C3-4416-91B7-CD111A978729}" type="presOf" srcId="{00E0D5AB-294E-4D02-9E82-5E730EC20037}" destId="{B9577E98-39C0-47E3-9B78-246A2E5F0A22}" srcOrd="0" destOrd="0" presId="urn:microsoft.com/office/officeart/2005/8/layout/hProcess4"/>
    <dgm:cxn modelId="{AD9EA692-C9B9-45FC-9649-9868BB720492}" type="presParOf" srcId="{E133E4F1-BB1A-47C8-9D6A-B65CCAFCC3E1}" destId="{536B191C-5A4F-443F-AFF6-7E3569D061EA}" srcOrd="6" destOrd="2" presId="urn:microsoft.com/office/officeart/2005/8/layout/hProcess4"/>
    <dgm:cxn modelId="{101C9F3F-7815-4A24-83BD-623B7B2C1756}" type="presParOf" srcId="{536B191C-5A4F-443F-AFF6-7E3569D061EA}" destId="{1226C136-93ED-4230-B74A-33CA7E7B61B9}" srcOrd="0" destOrd="6" presId="urn:microsoft.com/office/officeart/2005/8/layout/hProcess4"/>
    <dgm:cxn modelId="{E7580732-589C-4E37-B967-50A878E3C502}" type="presParOf" srcId="{536B191C-5A4F-443F-AFF6-7E3569D061EA}" destId="{4AB403F9-5515-45CC-8618-95061AB16178}" srcOrd="1" destOrd="6" presId="urn:microsoft.com/office/officeart/2005/8/layout/hProcess4"/>
    <dgm:cxn modelId="{C5C4FB18-5D99-4BA1-A299-CBFD48EC7C24}" type="presOf" srcId="{B3A20A2F-F6A1-4DA3-BE20-C388C674F3F4}" destId="{4AB403F9-5515-45CC-8618-95061AB16178}" srcOrd="0" destOrd="0" presId="urn:microsoft.com/office/officeart/2005/8/layout/hProcess4"/>
    <dgm:cxn modelId="{A8929AAD-B66B-4CD4-BA7C-36A0410D26ED}" type="presParOf" srcId="{536B191C-5A4F-443F-AFF6-7E3569D061EA}" destId="{323B9CA1-10C7-4057-A2C4-896D26FB3B27}" srcOrd="2" destOrd="6" presId="urn:microsoft.com/office/officeart/2005/8/layout/hProcess4"/>
    <dgm:cxn modelId="{A7F1E0EB-6352-496C-AD2B-A97661BCCEF7}" type="presOf" srcId="{B3A20A2F-F6A1-4DA3-BE20-C388C674F3F4}" destId="{323B9CA1-10C7-4057-A2C4-896D26FB3B27}" srcOrd="1" destOrd="0" presId="urn:microsoft.com/office/officeart/2005/8/layout/hProcess4"/>
    <dgm:cxn modelId="{7DC51CD0-0710-4A4E-9E5F-F5C92697C5E1}" type="presParOf" srcId="{536B191C-5A4F-443F-AFF6-7E3569D061EA}" destId="{A8B7A22E-C83E-40DD-8138-26DF3A2ACF30}" srcOrd="3" destOrd="6" presId="urn:microsoft.com/office/officeart/2005/8/layout/hProcess4"/>
    <dgm:cxn modelId="{3A0FB902-D4CA-41E2-BE7C-A97AE5D650AC}" type="presOf" srcId="{15450C6C-06A8-4E77-907A-31A66D0A1B30}" destId="{A8B7A22E-C83E-40DD-8138-26DF3A2ACF30}" srcOrd="0" destOrd="0" presId="urn:microsoft.com/office/officeart/2005/8/layout/hProcess4"/>
    <dgm:cxn modelId="{27EC5478-8F79-456B-A475-2760B869BBD7}" type="presParOf" srcId="{536B191C-5A4F-443F-AFF6-7E3569D061EA}" destId="{E13348FB-9E61-4248-9FE7-2F14A42B4030}" srcOrd="4" destOrd="6" presId="urn:microsoft.com/office/officeart/2005/8/layout/hProcess4"/>
    <dgm:cxn modelId="{80C4F971-FA7E-4D9C-8328-2EEE2EEEFE83}" type="presParOf" srcId="{E133E4F1-BB1A-47C8-9D6A-B65CCAFCC3E1}" destId="{4385F43B-723E-4C2F-831B-8D0288B39340}" srcOrd="7" destOrd="2" presId="urn:microsoft.com/office/officeart/2005/8/layout/hProcess4"/>
    <dgm:cxn modelId="{BED860AD-DE5B-4989-B4B3-CB08057F3139}" type="presOf" srcId="{4EB31F44-B53E-4274-8F62-DC3606EBD528}" destId="{4385F43B-723E-4C2F-831B-8D0288B39340}" srcOrd="0" destOrd="0" presId="urn:microsoft.com/office/officeart/2005/8/layout/hProcess4"/>
    <dgm:cxn modelId="{38D606FC-FA30-49AD-AE84-0054D0E07DD6}" type="presParOf" srcId="{E133E4F1-BB1A-47C8-9D6A-B65CCAFCC3E1}" destId="{D72A3CBA-647A-474D-A97B-C5356B286E80}" srcOrd="8" destOrd="2" presId="urn:microsoft.com/office/officeart/2005/8/layout/hProcess4"/>
    <dgm:cxn modelId="{A5F2ECF3-6050-4391-9815-E6335CB73701}" type="presParOf" srcId="{D72A3CBA-647A-474D-A97B-C5356B286E80}" destId="{A416B383-7B31-4213-AC72-D473C6C72248}" srcOrd="0" destOrd="8" presId="urn:microsoft.com/office/officeart/2005/8/layout/hProcess4"/>
    <dgm:cxn modelId="{52F91FC0-3948-42A2-BE4B-9400F95C0C40}" type="presParOf" srcId="{D72A3CBA-647A-474D-A97B-C5356B286E80}" destId="{34C800D1-6014-4469-9B65-FA349949542F}" srcOrd="1" destOrd="8" presId="urn:microsoft.com/office/officeart/2005/8/layout/hProcess4"/>
    <dgm:cxn modelId="{F2A05605-EC7E-4167-AEB0-2335119D0552}" type="presOf" srcId="{30C71FDD-DA4C-4520-82F3-4EE8EA3C02AE}" destId="{34C800D1-6014-4469-9B65-FA349949542F}" srcOrd="0" destOrd="0" presId="urn:microsoft.com/office/officeart/2005/8/layout/hProcess4"/>
    <dgm:cxn modelId="{A1C43089-FFC2-45B1-8561-121AC8A95065}" type="presParOf" srcId="{D72A3CBA-647A-474D-A97B-C5356B286E80}" destId="{E03105C9-EDEF-459F-99DC-458B5F85EF82}" srcOrd="2" destOrd="8" presId="urn:microsoft.com/office/officeart/2005/8/layout/hProcess4"/>
    <dgm:cxn modelId="{D891FF8F-046C-4B08-9A51-747244BF38AB}" type="presOf" srcId="{30C71FDD-DA4C-4520-82F3-4EE8EA3C02AE}" destId="{E03105C9-EDEF-459F-99DC-458B5F85EF82}" srcOrd="1" destOrd="0" presId="urn:microsoft.com/office/officeart/2005/8/layout/hProcess4"/>
    <dgm:cxn modelId="{3FD1E824-B1E9-4B40-AFB4-7629D7A7DD12}" type="presParOf" srcId="{D72A3CBA-647A-474D-A97B-C5356B286E80}" destId="{2421F20E-8B85-4064-AEEF-4E7230F6D7A2}" srcOrd="3" destOrd="8" presId="urn:microsoft.com/office/officeart/2005/8/layout/hProcess4"/>
    <dgm:cxn modelId="{9C5CA603-F0DE-48FC-A522-89CDAFE6EEDC}" type="presOf" srcId="{D6DCE8D7-F428-47CD-8AD5-43432385D2BE}" destId="{2421F20E-8B85-4064-AEEF-4E7230F6D7A2}" srcOrd="0" destOrd="0" presId="urn:microsoft.com/office/officeart/2005/8/layout/hProcess4"/>
    <dgm:cxn modelId="{1C3FFBC9-6D5E-4FDB-B308-203C9999CBAE}" type="presParOf" srcId="{D72A3CBA-647A-474D-A97B-C5356B286E80}" destId="{BE12C523-3C03-4F20-A34F-87BE5F3B470C}" srcOrd="4" destOrd="8" presId="urn:microsoft.com/office/officeart/2005/8/layout/hProcess4"/>
    <dgm:cxn modelId="{753F4CA9-76A9-4BA1-8F2D-5C3AF6093FCE}" type="presParOf" srcId="{E133E4F1-BB1A-47C8-9D6A-B65CCAFCC3E1}" destId="{026CE778-8FCF-4E62-97E8-42E2C3473A69}" srcOrd="9" destOrd="2" presId="urn:microsoft.com/office/officeart/2005/8/layout/hProcess4"/>
    <dgm:cxn modelId="{8649EB8E-C00A-4F7D-9F5C-01DB0C731206}" type="presOf" srcId="{6AFE7E03-0078-4BE4-8874-819A005FFFFF}" destId="{026CE778-8FCF-4E62-97E8-42E2C3473A69}" srcOrd="0" destOrd="0" presId="urn:microsoft.com/office/officeart/2005/8/layout/hProcess4"/>
    <dgm:cxn modelId="{48E92A5E-E55C-4F66-BABE-25144381213C}" type="presParOf" srcId="{E133E4F1-BB1A-47C8-9D6A-B65CCAFCC3E1}" destId="{549CFD59-AE1A-44BC-A3F7-8C83ABB3F294}" srcOrd="10" destOrd="2" presId="urn:microsoft.com/office/officeart/2005/8/layout/hProcess4"/>
    <dgm:cxn modelId="{39911F97-D044-4020-8850-A407DC424F4B}" type="presParOf" srcId="{549CFD59-AE1A-44BC-A3F7-8C83ABB3F294}" destId="{C3C2C1E5-B4FE-4D70-AA98-F3E6B27ED3BD}" srcOrd="0" destOrd="10" presId="urn:microsoft.com/office/officeart/2005/8/layout/hProcess4"/>
    <dgm:cxn modelId="{74155A7E-9005-4C38-85A2-3C865A79A463}" type="presParOf" srcId="{549CFD59-AE1A-44BC-A3F7-8C83ABB3F294}" destId="{350A315D-167E-4C23-BBC7-974A722377EE}" srcOrd="1" destOrd="10" presId="urn:microsoft.com/office/officeart/2005/8/layout/hProcess4"/>
    <dgm:cxn modelId="{55E60BD0-05D9-4BC7-BEE8-009B99E56BA4}" type="presOf" srcId="{6F1D2D0D-5E35-48D9-B2E6-750851FDEABE}" destId="{350A315D-167E-4C23-BBC7-974A722377EE}" srcOrd="0" destOrd="0" presId="urn:microsoft.com/office/officeart/2005/8/layout/hProcess4"/>
    <dgm:cxn modelId="{E3CC4352-966C-4EA8-B642-C0FE5FD942E0}" type="presParOf" srcId="{549CFD59-AE1A-44BC-A3F7-8C83ABB3F294}" destId="{DDDFA664-AFF7-48E0-8932-2F3F37C6D148}" srcOrd="2" destOrd="10" presId="urn:microsoft.com/office/officeart/2005/8/layout/hProcess4"/>
    <dgm:cxn modelId="{19E31FD4-4B3C-44BE-B75A-3A861773AD89}" type="presOf" srcId="{6F1D2D0D-5E35-48D9-B2E6-750851FDEABE}" destId="{DDDFA664-AFF7-48E0-8932-2F3F37C6D148}" srcOrd="1" destOrd="0" presId="urn:microsoft.com/office/officeart/2005/8/layout/hProcess4"/>
    <dgm:cxn modelId="{8150E260-6009-477F-AF83-AE4696EB1744}" type="presParOf" srcId="{549CFD59-AE1A-44BC-A3F7-8C83ABB3F294}" destId="{ED7E4D6B-7547-4504-8589-7A67C1169B63}" srcOrd="3" destOrd="10" presId="urn:microsoft.com/office/officeart/2005/8/layout/hProcess4"/>
    <dgm:cxn modelId="{93E573CD-5CD1-4514-805B-78FB7669631A}" type="presOf" srcId="{D88C4423-150F-403B-9626-786320AD5939}" destId="{ED7E4D6B-7547-4504-8589-7A67C1169B63}" srcOrd="0" destOrd="0" presId="urn:microsoft.com/office/officeart/2005/8/layout/hProcess4"/>
    <dgm:cxn modelId="{1F4C13BB-0EC1-4A2C-83C0-F1E787A36F34}" type="presParOf" srcId="{549CFD59-AE1A-44BC-A3F7-8C83ABB3F294}" destId="{A5008567-1DE8-44EB-9D12-00D960943D76}" srcOrd="4" destOrd="1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703185" cy="3673475"/>
        <a:chOff x="0" y="0"/>
        <a:chExt cx="7703185" cy="3673475"/>
      </a:xfrm>
    </dsp:grpSpPr>
    <dsp:sp modelId="{2AD37861-85A8-4609-9E46-82F2F7106923}">
      <dsp:nvSpPr>
        <dsp:cNvPr id="4" name="Rounded Rectangle 3"/>
        <dsp:cNvSpPr/>
      </dsp:nvSpPr>
      <dsp:spPr bwMode="white">
        <a:xfrm>
          <a:off x="0" y="1424126"/>
          <a:ext cx="1000524" cy="825223"/>
        </a:xfrm>
        <a:prstGeom prst="roundRect">
          <a:avLst>
            <a:gd name="adj" fmla="val 10000"/>
          </a:avLst>
        </a:prstGeom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Importing IPL CSV dataset</a:t>
          </a:r>
          <a:endParaRPr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424126"/>
        <a:ext cx="1000524" cy="825223"/>
      </dsp:txXfrm>
    </dsp:sp>
    <dsp:sp modelId="{77815422-E0A2-4C41-B13B-302C923EC455}">
      <dsp:nvSpPr>
        <dsp:cNvPr id="6" name="Shape 5"/>
        <dsp:cNvSpPr/>
      </dsp:nvSpPr>
      <dsp:spPr bwMode="white">
        <a:xfrm>
          <a:off x="550571" y="1602615"/>
          <a:ext cx="1164727" cy="1164727"/>
        </a:xfrm>
        <a:prstGeom prst="leftCircularArrow">
          <a:avLst>
            <a:gd name="adj1" fmla="val 5000"/>
            <a:gd name="adj2" fmla="val -360000"/>
            <a:gd name="adj3" fmla="val 2268793"/>
            <a:gd name="adj4" fmla="val 9157772"/>
            <a:gd name="adj5" fmla="val 5500"/>
          </a:avLst>
        </a:prstGeom>
      </dsp:spPr>
      <dsp:style>
        <a:lnRef idx="0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550571" y="1602615"/>
        <a:ext cx="1164727" cy="1164727"/>
      </dsp:txXfrm>
    </dsp:sp>
    <dsp:sp modelId="{B3CBB7AA-67B6-43CB-953F-AF27F17614C9}">
      <dsp:nvSpPr>
        <dsp:cNvPr id="5" name="Rounded Rectangle 4"/>
        <dsp:cNvSpPr/>
      </dsp:nvSpPr>
      <dsp:spPr bwMode="white">
        <a:xfrm>
          <a:off x="222339" y="2072516"/>
          <a:ext cx="889355" cy="35366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3335" tIns="8890" rIns="13335" bIns="8890" anchor="ctr"/>
        <a:lstStyle>
          <a:lvl1pPr algn="ctr">
            <a:defRPr sz="7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COLLECTION LAYER</a:t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339" y="2072516"/>
        <a:ext cx="889355" cy="353667"/>
      </dsp:txXfrm>
    </dsp:sp>
    <dsp:sp modelId="{B25FCF18-6D16-4637-90A8-2E0CAF94FEE5}">
      <dsp:nvSpPr>
        <dsp:cNvPr id="8" name="Rounded Rectangle 7"/>
        <dsp:cNvSpPr/>
      </dsp:nvSpPr>
      <dsp:spPr bwMode="white">
        <a:xfrm>
          <a:off x="1278277" y="1399369"/>
          <a:ext cx="1060556" cy="874737"/>
        </a:xfrm>
        <a:prstGeom prst="roundRect">
          <a:avLst>
            <a:gd name="adj" fmla="val 10000"/>
          </a:avLst>
        </a:prstGeom>
      </dsp:spPr>
      <dsp:style>
        <a:lnRef idx="2">
          <a:schemeClr val="accent3">
            <a:hueOff val="-240000"/>
            <a:satOff val="7294"/>
            <a:lumOff val="1255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Cleaning, encoding, feature extraction</a:t>
          </a:r>
          <a:endParaRPr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78277" y="1399369"/>
        <a:ext cx="1060556" cy="874737"/>
      </dsp:txXfrm>
    </dsp:sp>
    <dsp:sp modelId="{8F4113E0-92D2-4415-A950-B213F52A6E2A}">
      <dsp:nvSpPr>
        <dsp:cNvPr id="10" name="Circular Arrow 9"/>
        <dsp:cNvSpPr/>
      </dsp:nvSpPr>
      <dsp:spPr bwMode="white">
        <a:xfrm>
          <a:off x="1832130" y="863370"/>
          <a:ext cx="1318878" cy="1318878"/>
        </a:xfrm>
        <a:prstGeom prst="circularArrow">
          <a:avLst>
            <a:gd name="adj1" fmla="val 5000"/>
            <a:gd name="adj2" fmla="val 360000"/>
            <a:gd name="adj3" fmla="val 19582187"/>
            <a:gd name="adj4" fmla="val 12693208"/>
            <a:gd name="adj5" fmla="val 5500"/>
          </a:avLst>
        </a:prstGeom>
      </dsp:spPr>
      <dsp:style>
        <a:lnRef idx="0">
          <a:schemeClr val="lt1"/>
        </a:lnRef>
        <a:fillRef idx="1">
          <a:schemeClr val="accent3">
            <a:hueOff val="-300000"/>
            <a:satOff val="9118"/>
            <a:lumOff val="1569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1832130" y="863370"/>
        <a:ext cx="1318878" cy="1318878"/>
      </dsp:txXfrm>
    </dsp:sp>
    <dsp:sp modelId="{31E90DF8-B650-4650-AF10-2C664E6B18E7}">
      <dsp:nvSpPr>
        <dsp:cNvPr id="9" name="Rounded Rectangle 8"/>
        <dsp:cNvSpPr/>
      </dsp:nvSpPr>
      <dsp:spPr bwMode="white">
        <a:xfrm>
          <a:off x="1513956" y="1211926"/>
          <a:ext cx="942716" cy="37488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>
            <a:hueOff val="-240000"/>
            <a:satOff val="7294"/>
            <a:lumOff val="1255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3335" tIns="8890" rIns="13335" bIns="8890" anchor="ctr"/>
        <a:lstStyle>
          <a:lvl1pPr algn="ctr">
            <a:defRPr sz="7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PREPROCESSING LAYER</a:t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13956" y="1211926"/>
        <a:ext cx="942716" cy="374887"/>
      </dsp:txXfrm>
    </dsp:sp>
    <dsp:sp modelId="{BC96756B-BE95-4BE7-910A-5179FFCD8079}">
      <dsp:nvSpPr>
        <dsp:cNvPr id="12" name="Rounded Rectangle 11"/>
        <dsp:cNvSpPr/>
      </dsp:nvSpPr>
      <dsp:spPr bwMode="white">
        <a:xfrm>
          <a:off x="2623256" y="1424126"/>
          <a:ext cx="1000524" cy="825223"/>
        </a:xfrm>
        <a:prstGeom prst="roundRect">
          <a:avLst>
            <a:gd name="adj" fmla="val 10000"/>
          </a:avLst>
        </a:prstGeom>
      </dsp:spPr>
      <dsp:style>
        <a:lnRef idx="2">
          <a:schemeClr val="accent3">
            <a:hueOff val="-480000"/>
            <a:satOff val="14588"/>
            <a:lumOff val="251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Generating charts &amp; heatmaps</a:t>
          </a:r>
          <a:endParaRPr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3256" y="1424126"/>
        <a:ext cx="1000524" cy="825223"/>
      </dsp:txXfrm>
    </dsp:sp>
    <dsp:sp modelId="{B9577E98-39C0-47E3-9B78-246A2E5F0A22}">
      <dsp:nvSpPr>
        <dsp:cNvPr id="14" name="Shape 13"/>
        <dsp:cNvSpPr/>
      </dsp:nvSpPr>
      <dsp:spPr bwMode="white">
        <a:xfrm>
          <a:off x="3173827" y="1602615"/>
          <a:ext cx="1164727" cy="1164727"/>
        </a:xfrm>
        <a:prstGeom prst="leftCircularArrow">
          <a:avLst>
            <a:gd name="adj1" fmla="val 5000"/>
            <a:gd name="adj2" fmla="val -360000"/>
            <a:gd name="adj3" fmla="val 2268793"/>
            <a:gd name="adj4" fmla="val 9157772"/>
            <a:gd name="adj5" fmla="val 5500"/>
          </a:avLst>
        </a:prstGeom>
      </dsp:spPr>
      <dsp:style>
        <a:lnRef idx="0">
          <a:schemeClr val="lt1"/>
        </a:lnRef>
        <a:fillRef idx="1">
          <a:schemeClr val="accent3">
            <a:hueOff val="-600000"/>
            <a:satOff val="18235"/>
            <a:lumOff val="3137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3173827" y="1602615"/>
        <a:ext cx="1164727" cy="1164727"/>
      </dsp:txXfrm>
    </dsp:sp>
    <dsp:sp modelId="{5402C2AB-C2B1-45D4-93DD-F88C5826052A}">
      <dsp:nvSpPr>
        <dsp:cNvPr id="13" name="Rounded Rectangle 12"/>
        <dsp:cNvSpPr/>
      </dsp:nvSpPr>
      <dsp:spPr bwMode="white">
        <a:xfrm>
          <a:off x="2845595" y="2072516"/>
          <a:ext cx="889355" cy="35366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>
            <a:hueOff val="-480000"/>
            <a:satOff val="14588"/>
            <a:lumOff val="251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3335" tIns="8890" rIns="13335" bIns="8890" anchor="ctr"/>
        <a:lstStyle>
          <a:lvl1pPr algn="ctr">
            <a:defRPr sz="7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VISUALIZATION LAYER</a:t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45595" y="2072516"/>
        <a:ext cx="889355" cy="353667"/>
      </dsp:txXfrm>
    </dsp:sp>
    <dsp:sp modelId="{4AB403F9-5515-45CC-8618-95061AB16178}">
      <dsp:nvSpPr>
        <dsp:cNvPr id="16" name="Rounded Rectangle 15"/>
        <dsp:cNvSpPr/>
      </dsp:nvSpPr>
      <dsp:spPr bwMode="white">
        <a:xfrm>
          <a:off x="3901534" y="1399369"/>
          <a:ext cx="1060556" cy="874737"/>
        </a:xfrm>
        <a:prstGeom prst="roundRect">
          <a:avLst>
            <a:gd name="adj" fmla="val 10000"/>
          </a:avLst>
        </a:prstGeom>
      </dsp:spPr>
      <dsp:style>
        <a:lnRef idx="2">
          <a:schemeClr val="accent3">
            <a:hueOff val="-720000"/>
            <a:satOff val="21882"/>
            <a:lumOff val="3765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Training Random Forest on historical data</a:t>
          </a:r>
          <a:endParaRPr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01534" y="1399369"/>
        <a:ext cx="1060556" cy="874737"/>
      </dsp:txXfrm>
    </dsp:sp>
    <dsp:sp modelId="{4385F43B-723E-4C2F-831B-8D0288B39340}">
      <dsp:nvSpPr>
        <dsp:cNvPr id="18" name="Circular Arrow 17"/>
        <dsp:cNvSpPr/>
      </dsp:nvSpPr>
      <dsp:spPr bwMode="white">
        <a:xfrm>
          <a:off x="4455386" y="863370"/>
          <a:ext cx="1318878" cy="1318878"/>
        </a:xfrm>
        <a:prstGeom prst="circularArrow">
          <a:avLst>
            <a:gd name="adj1" fmla="val 5000"/>
            <a:gd name="adj2" fmla="val 360000"/>
            <a:gd name="adj3" fmla="val 19582187"/>
            <a:gd name="adj4" fmla="val 12693208"/>
            <a:gd name="adj5" fmla="val 5500"/>
          </a:avLst>
        </a:prstGeom>
      </dsp:spPr>
      <dsp:style>
        <a:lnRef idx="0">
          <a:schemeClr val="lt1"/>
        </a:lnRef>
        <a:fillRef idx="1">
          <a:schemeClr val="accent3">
            <a:hueOff val="-900000"/>
            <a:satOff val="27353"/>
            <a:lumOff val="4706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4455386" y="863370"/>
        <a:ext cx="1318878" cy="1318878"/>
      </dsp:txXfrm>
    </dsp:sp>
    <dsp:sp modelId="{A8B7A22E-C83E-40DD-8138-26DF3A2ACF30}">
      <dsp:nvSpPr>
        <dsp:cNvPr id="17" name="Rounded Rectangle 16"/>
        <dsp:cNvSpPr/>
      </dsp:nvSpPr>
      <dsp:spPr bwMode="white">
        <a:xfrm>
          <a:off x="4137213" y="1211926"/>
          <a:ext cx="942716" cy="37488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>
            <a:hueOff val="-720000"/>
            <a:satOff val="21882"/>
            <a:lumOff val="3765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3335" tIns="8890" rIns="13335" bIns="8890" anchor="ctr"/>
        <a:lstStyle>
          <a:lvl1pPr algn="ctr">
            <a:defRPr sz="7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ML MODEL LAYER</a:t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37213" y="1211926"/>
        <a:ext cx="942716" cy="374887"/>
      </dsp:txXfrm>
    </dsp:sp>
    <dsp:sp modelId="{34C800D1-6014-4469-9B65-FA349949542F}">
      <dsp:nvSpPr>
        <dsp:cNvPr id="20" name="Rounded Rectangle 19"/>
        <dsp:cNvSpPr/>
      </dsp:nvSpPr>
      <dsp:spPr bwMode="white">
        <a:xfrm>
          <a:off x="5246513" y="1424126"/>
          <a:ext cx="1000524" cy="825223"/>
        </a:xfrm>
        <a:prstGeom prst="roundRect">
          <a:avLst>
            <a:gd name="adj" fmla="val 10000"/>
          </a:avLst>
        </a:prstGeom>
      </dsp:spPr>
      <dsp:style>
        <a:lnRef idx="2">
          <a:schemeClr val="accent3">
            <a:hueOff val="-960000"/>
            <a:satOff val="29176"/>
            <a:lumOff val="502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Producing winner predictions</a:t>
          </a:r>
          <a:endParaRPr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46513" y="1424126"/>
        <a:ext cx="1000524" cy="825223"/>
      </dsp:txXfrm>
    </dsp:sp>
    <dsp:sp modelId="{026CE778-8FCF-4E62-97E8-42E2C3473A69}">
      <dsp:nvSpPr>
        <dsp:cNvPr id="22" name="Shape 21"/>
        <dsp:cNvSpPr/>
      </dsp:nvSpPr>
      <dsp:spPr bwMode="white">
        <a:xfrm>
          <a:off x="5797084" y="1602615"/>
          <a:ext cx="1164727" cy="1164727"/>
        </a:xfrm>
        <a:prstGeom prst="leftCircularArrow">
          <a:avLst>
            <a:gd name="adj1" fmla="val 5000"/>
            <a:gd name="adj2" fmla="val -360000"/>
            <a:gd name="adj3" fmla="val 2268793"/>
            <a:gd name="adj4" fmla="val 9157772"/>
            <a:gd name="adj5" fmla="val 5500"/>
          </a:avLst>
        </a:prstGeom>
      </dsp:spPr>
      <dsp:style>
        <a:lnRef idx="0">
          <a:schemeClr val="lt1"/>
        </a:lnRef>
        <a:fillRef idx="1">
          <a:schemeClr val="accent3">
            <a:hueOff val="-1200000"/>
            <a:satOff val="36471"/>
            <a:lumOff val="6275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5797084" y="1602615"/>
        <a:ext cx="1164727" cy="1164727"/>
      </dsp:txXfrm>
    </dsp:sp>
    <dsp:sp modelId="{2421F20E-8B85-4064-AEEF-4E7230F6D7A2}">
      <dsp:nvSpPr>
        <dsp:cNvPr id="21" name="Rounded Rectangle 20"/>
        <dsp:cNvSpPr/>
      </dsp:nvSpPr>
      <dsp:spPr bwMode="white">
        <a:xfrm>
          <a:off x="5468851" y="2072516"/>
          <a:ext cx="889355" cy="35366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>
            <a:hueOff val="-960000"/>
            <a:satOff val="29176"/>
            <a:lumOff val="502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3335" tIns="8890" rIns="13335" bIns="8890" anchor="ctr"/>
        <a:lstStyle>
          <a:lvl1pPr algn="ctr">
            <a:defRPr sz="7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LAYER</a:t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68851" y="2072516"/>
        <a:ext cx="889355" cy="353667"/>
      </dsp:txXfrm>
    </dsp:sp>
    <dsp:sp modelId="{350A315D-167E-4C23-BBC7-974A722377EE}">
      <dsp:nvSpPr>
        <dsp:cNvPr id="24" name="Rounded Rectangle 23"/>
        <dsp:cNvSpPr/>
      </dsp:nvSpPr>
      <dsp:spPr bwMode="white">
        <a:xfrm>
          <a:off x="6524790" y="1399369"/>
          <a:ext cx="1060556" cy="874737"/>
        </a:xfrm>
        <a:prstGeom prst="roundRect">
          <a:avLst>
            <a:gd name="adj" fmla="val 10000"/>
          </a:avLst>
        </a:prstGeom>
      </dsp:spPr>
      <dsp:style>
        <a:lnRef idx="2">
          <a:schemeClr val="accent3">
            <a:hueOff val="-1200000"/>
            <a:satOff val="36471"/>
            <a:lumOff val="6275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Streamlit UI for interactive user access</a:t>
          </a:r>
          <a:endParaRPr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24790" y="1399369"/>
        <a:ext cx="1060556" cy="874737"/>
      </dsp:txXfrm>
    </dsp:sp>
    <dsp:sp modelId="{ED7E4D6B-7547-4504-8589-7A67C1169B63}">
      <dsp:nvSpPr>
        <dsp:cNvPr id="25" name="Rounded Rectangle 24"/>
        <dsp:cNvSpPr/>
      </dsp:nvSpPr>
      <dsp:spPr bwMode="white">
        <a:xfrm>
          <a:off x="6760469" y="1211926"/>
          <a:ext cx="942716" cy="37488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>
            <a:hueOff val="-1200000"/>
            <a:satOff val="36471"/>
            <a:lumOff val="6275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3335" tIns="8890" rIns="13335" bIns="8890" anchor="ctr"/>
        <a:lstStyle>
          <a:lvl1pPr algn="ctr">
            <a:defRPr sz="7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DASHBOARD LAYER</a:t>
          </a:r>
          <a:endParaRPr lang="en-US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60469" y="1211926"/>
        <a:ext cx="942716" cy="374887"/>
      </dsp:txXfrm>
    </dsp:sp>
    <dsp:sp modelId="{1A5747E1-5840-45A2-8A46-F02FEEBCD20A}">
      <dsp:nvSpPr>
        <dsp:cNvPr id="3" name="Rectangles 2" hidden="1"/>
        <dsp:cNvSpPr/>
      </dsp:nvSpPr>
      <dsp:spPr>
        <a:xfrm>
          <a:off x="0" y="1247292"/>
          <a:ext cx="1111694" cy="1178890"/>
        </a:xfrm>
        <a:prstGeom prst="rect">
          <a:avLst/>
        </a:prstGeom>
      </dsp:spPr>
      <dsp:txXfrm>
        <a:off x="0" y="1247292"/>
        <a:ext cx="1111694" cy="1178890"/>
      </dsp:txXfrm>
    </dsp:sp>
    <dsp:sp modelId="{BC02DC53-8BAA-44F2-934C-E4E0F2E00020}">
      <dsp:nvSpPr>
        <dsp:cNvPr id="7" name="Rectangles 6" hidden="1"/>
        <dsp:cNvSpPr/>
      </dsp:nvSpPr>
      <dsp:spPr>
        <a:xfrm>
          <a:off x="1278277" y="1211926"/>
          <a:ext cx="1178395" cy="1249624"/>
        </a:xfrm>
        <a:prstGeom prst="rect">
          <a:avLst/>
        </a:prstGeom>
      </dsp:spPr>
      <dsp:txXfrm>
        <a:off x="1278277" y="1211926"/>
        <a:ext cx="1178395" cy="1249624"/>
      </dsp:txXfrm>
    </dsp:sp>
    <dsp:sp modelId="{F980078D-617F-48EA-ABA6-66ACD2C94C70}">
      <dsp:nvSpPr>
        <dsp:cNvPr id="11" name="Rectangles 10" hidden="1"/>
        <dsp:cNvSpPr/>
      </dsp:nvSpPr>
      <dsp:spPr>
        <a:xfrm>
          <a:off x="2623256" y="1247292"/>
          <a:ext cx="1111694" cy="1178890"/>
        </a:xfrm>
        <a:prstGeom prst="rect">
          <a:avLst/>
        </a:prstGeom>
      </dsp:spPr>
      <dsp:txXfrm>
        <a:off x="2623256" y="1247292"/>
        <a:ext cx="1111694" cy="1178890"/>
      </dsp:txXfrm>
    </dsp:sp>
    <dsp:sp modelId="{1226C136-93ED-4230-B74A-33CA7E7B61B9}">
      <dsp:nvSpPr>
        <dsp:cNvPr id="15" name="Rectangles 14" hidden="1"/>
        <dsp:cNvSpPr/>
      </dsp:nvSpPr>
      <dsp:spPr>
        <a:xfrm>
          <a:off x="3901534" y="1211926"/>
          <a:ext cx="1178395" cy="1249624"/>
        </a:xfrm>
        <a:prstGeom prst="rect">
          <a:avLst/>
        </a:prstGeom>
      </dsp:spPr>
      <dsp:txXfrm>
        <a:off x="3901534" y="1211926"/>
        <a:ext cx="1178395" cy="1249624"/>
      </dsp:txXfrm>
    </dsp:sp>
    <dsp:sp modelId="{A416B383-7B31-4213-AC72-D473C6C72248}">
      <dsp:nvSpPr>
        <dsp:cNvPr id="19" name="Rectangles 18" hidden="1"/>
        <dsp:cNvSpPr/>
      </dsp:nvSpPr>
      <dsp:spPr>
        <a:xfrm>
          <a:off x="5246513" y="1247292"/>
          <a:ext cx="1111694" cy="1178890"/>
        </a:xfrm>
        <a:prstGeom prst="rect">
          <a:avLst/>
        </a:prstGeom>
      </dsp:spPr>
      <dsp:txXfrm>
        <a:off x="5246513" y="1247292"/>
        <a:ext cx="1111694" cy="1178890"/>
      </dsp:txXfrm>
    </dsp:sp>
    <dsp:sp modelId="{C3C2C1E5-B4FE-4D70-AA98-F3E6B27ED3BD}">
      <dsp:nvSpPr>
        <dsp:cNvPr id="23" name="Rectangles 22" hidden="1"/>
        <dsp:cNvSpPr/>
      </dsp:nvSpPr>
      <dsp:spPr>
        <a:xfrm>
          <a:off x="6524790" y="1211926"/>
          <a:ext cx="1178395" cy="1249624"/>
        </a:xfrm>
        <a:prstGeom prst="rect">
          <a:avLst/>
        </a:prstGeom>
      </dsp:spPr>
      <dsp:txXfrm>
        <a:off x="6524790" y="1211926"/>
        <a:ext cx="1178395" cy="1249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srcNode" val="parentNode1"/>
              <dgm:param type="dstNode" val="connSite2"/>
              <dgm:param type="connRout" val="curve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srcNode" val="parentNode2"/>
                <dgm:param type="dstNode" val="connSite1"/>
                <dgm:param type="connRout" val="curve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92A7F6C1-26F5-4180-A825-39CF70D4E36E}" type="datetimeFigureOut">
              <a:rPr lang="en-US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EBAD355-51D3-430D-93CB-514902175E82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3ECCD28D-FBF7-456E-9087-E5DBDA4AD8CB}" type="datetimeFigureOut">
              <a:rPr lang="en-US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0175903-C80A-4EC5-A976-1AE66F2E2156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175903-C80A-4EC5-A976-1AE66F2E215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4875" y="2735263"/>
            <a:ext cx="7315200" cy="960437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04875" y="2735263"/>
            <a:ext cx="228600" cy="96043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5675"/>
            <a:ext cx="2286000" cy="274638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DE65B9D0-F7DD-4F6E-8C6A-25E5EA894370}" type="datetime3">
              <a:rPr lang="en-US"/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775" y="4765675"/>
            <a:ext cx="3475038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10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4765675"/>
            <a:ext cx="12192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694F4-7E8A-4C58-87A6-7B5E82B5F75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BCB4C-772B-40AE-899B-52AB57D65EB9}" type="datetime3">
              <a:rPr lang="en-US"/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25B07-348C-4EC8-8494-9EAEA82AE2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114550"/>
            <a:ext cx="7315200" cy="960438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2114550"/>
            <a:ext cx="228600" cy="960438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5675"/>
            <a:ext cx="22860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D99FC-A25B-4E05-965D-63BF63119F41}" type="datetime3">
              <a:rPr lang="en-US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775" y="4765675"/>
            <a:ext cx="3475038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975" y="4765675"/>
            <a:ext cx="1520825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1C237-1DC8-4978-A7F0-A0257B8E70B3}" type="slidenum">
              <a:rPr lang="en-US" altLang="en-US"/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33110-6E9C-4F62-BF16-8D3679462353}" type="datetime3">
              <a:rPr lang="en-US"/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84238-ABA5-4DBA-86FF-F75E0277A6E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0E41D-32BE-46C1-B296-F1220438DA4E}" type="datetime3">
              <a:rPr lang="en-US"/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B49A2-3413-4316-8AE4-6C6343BD832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42912" y="4835526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EC7A5-BDDF-4657-A0C6-5715AD6461C3}" type="datetime3">
              <a:rPr lang="en-US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8740E-E47A-4B62-A6F3-54483E097ED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>
            <a:spLocks noChangeShapeType="1"/>
          </p:cNvSpPr>
          <p:nvPr/>
        </p:nvSpPr>
        <p:spPr bwMode="auto">
          <a:xfrm>
            <a:off x="457200" y="4764088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42912" y="4835526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F43E1-7806-4AC6-B30E-EBC12F441C73}" type="datetime3">
              <a:rPr lang="en-US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5E466-5101-4304-9740-40FD9B4F33D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"/>
          <p:cNvSpPr>
            <a:spLocks noChangeShapeType="1"/>
          </p:cNvSpPr>
          <p:nvPr/>
        </p:nvSpPr>
        <p:spPr bwMode="auto">
          <a:xfrm>
            <a:off x="457200" y="4764088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" name="Straight Connector 3"/>
          <p:cNvSpPr>
            <a:spLocks noChangeShapeType="1"/>
          </p:cNvSpPr>
          <p:nvPr/>
        </p:nvSpPr>
        <p:spPr bwMode="auto">
          <a:xfrm rot="5400000">
            <a:off x="3915569" y="2493169"/>
            <a:ext cx="4525962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12" y="4835526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BDC44-5312-42AD-88EC-8796E9234821}" type="datetime3">
              <a:rPr lang="en-US"/>
            </a:fld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A978E-1299-4AA1-ABC5-E9FBBB8EADB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"/>
          <p:cNvSpPr>
            <a:spLocks noChangeShapeType="1"/>
          </p:cNvSpPr>
          <p:nvPr/>
        </p:nvSpPr>
        <p:spPr bwMode="auto">
          <a:xfrm>
            <a:off x="457200" y="4764088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12" y="4835526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376238"/>
            <a:ext cx="182563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D62B9-53E0-43E0-9F74-E2A08F7C5293}" type="datetime3">
              <a:rPr lang="en-US"/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F6A68-D885-4365-BB6F-5213FB42C5DB}" type="slidenum">
              <a:rPr lang="en-US" altLang="en-US"/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14076-9C1D-424E-BC29-80C2D1D569E9}" type="datetime3">
              <a:rPr lang="en-US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6AAEF-783B-4A97-8ECB-85F5DC4F27F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"/>
          <p:cNvSpPr>
            <a:spLocks noChangeShapeType="1"/>
          </p:cNvSpPr>
          <p:nvPr/>
        </p:nvSpPr>
        <p:spPr bwMode="auto">
          <a:xfrm>
            <a:off x="457200" y="4764088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" name="Isosceles Triangle 4"/>
          <p:cNvSpPr>
            <a:spLocks noChangeAspect="1"/>
          </p:cNvSpPr>
          <p:nvPr/>
        </p:nvSpPr>
        <p:spPr>
          <a:xfrm rot="5400000">
            <a:off x="442912" y="4835526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traight Connector 4"/>
          <p:cNvSpPr>
            <a:spLocks noChangeShapeType="1"/>
          </p:cNvSpPr>
          <p:nvPr/>
        </p:nvSpPr>
        <p:spPr bwMode="auto">
          <a:xfrm rot="5400000">
            <a:off x="4361656" y="2401094"/>
            <a:ext cx="4389438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AF903-4091-4BC6-9908-85E301070953}" type="datetime3">
              <a:rPr lang="en-US"/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874FF-ED79-4EAE-B676-D01DDA288C2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4300"/>
            <a:ext cx="8229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14400"/>
            <a:ext cx="822960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175" cy="274637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261FA9CD-065E-4610-A480-73F61EF1F08D}" type="datetime3">
              <a:rPr lang="en-US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775" y="4767263"/>
            <a:ext cx="3505200" cy="274637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4767263"/>
            <a:ext cx="1981200" cy="274637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30F09CC9-0372-42AE-B7E5-20427306918F}" type="slidenum">
              <a:rPr lang="en-US" altLang="en-US"/>
            </a:fld>
            <a:endParaRPr lang="en-US" altLang="en-US"/>
          </a:p>
        </p:txBody>
      </p:sp>
      <p:sp>
        <p:nvSpPr>
          <p:cNvPr id="1031" name="Straight Connector 27"/>
          <p:cNvSpPr>
            <a:spLocks noChangeShapeType="1"/>
          </p:cNvSpPr>
          <p:nvPr/>
        </p:nvSpPr>
        <p:spPr bwMode="auto">
          <a:xfrm>
            <a:off x="457200" y="4764088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2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12" y="4835526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0997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 COLLEGE OF ENGINEERING</a:t>
            </a:r>
            <a:br>
              <a:rPr lang="en-US" alt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(AUTONOMOUS), TRICHY</a:t>
            </a:r>
            <a:b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Footer Placeholder 4"/>
          <p:cNvSpPr txBox="1">
            <a:spLocks noChangeArrowheads="1"/>
          </p:cNvSpPr>
          <p:nvPr/>
        </p:nvSpPr>
        <p:spPr bwMode="auto">
          <a:xfrm>
            <a:off x="228600" y="1076960"/>
            <a:ext cx="8782050" cy="373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728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828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86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743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2004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AMB1301-DATA VISUALIZATION &amp; ANALYTICS</a:t>
            </a:r>
            <a:endParaRPr lang="en-US" altLang="en-I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I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CSE(Artificial Intelligence And Machine Learning)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2025-2026 (Odd Semester)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:IPL ANALYSIS AND DASHBOARD CREATION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AKSHALA T</a:t>
            </a:r>
            <a:b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NO.: 8115U23AM006</a:t>
            </a:r>
            <a:b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: III</a:t>
            </a:r>
            <a:b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 : V</a:t>
            </a:r>
            <a:r>
              <a:rPr lang="en-US" altLang="en-US" sz="16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</a:t>
            </a:r>
            <a:endParaRPr lang="en-US" altLang="en-US" sz="1600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622109C-7155-4B30-91AD-D44E28CDA034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pic>
        <p:nvPicPr>
          <p:cNvPr id="5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191135"/>
            <a:ext cx="706120" cy="688975"/>
          </a:xfrm>
          <a:prstGeom prst="rect">
            <a:avLst/>
          </a:prstGeom>
        </p:spPr>
      </p:pic>
      <p:pic>
        <p:nvPicPr>
          <p:cNvPr id="8" name="Google Shape;36875;p1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77200" y="236220"/>
            <a:ext cx="781685" cy="6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ChatGPT Image Oct 3, 2025, 02_02_19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095750"/>
            <a:ext cx="988060" cy="988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0997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IN" sz="266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b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622109C-7155-4B30-91AD-D44E28CDA034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1820" y="1279525"/>
            <a:ext cx="55041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used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Archietecture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Modules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Visualization(Output)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 eaLnBrk="1" fontAlgn="auto" hangingPunct="1">
              <a:spcAft>
                <a:spcPts val="0"/>
              </a:spcAft>
            </a:pPr>
            <a:r>
              <a:rPr lang="en-US" alt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alt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43F1E13-9D81-49AF-B1AE-7A4977D845D3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317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Huge amount of IPL match data generated every season.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time-consuming, inconsistent, and error-prone.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patterns such as team performance, toss impact, venue influence.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predictive tool to estimate match outcomes based on historical trends.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a simple interface where users can view insights visually.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 eaLnBrk="1" fontAlgn="auto" hangingPunct="1">
              <a:spcAft>
                <a:spcPts val="0"/>
              </a:spcAft>
            </a:pPr>
            <a:r>
              <a:rPr lang="en-US" alt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alt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DBCF79-CDEB-4F90-9664-A4E0AD0F9A66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4341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eaLnBrk="1" hangingPunct="1"/>
            <a:endParaRPr lang="en-US" altLang="en-US" sz="1600"/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data processing &amp; analytics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 – data cleaning and manipulation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 – visualizations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(Random Forest) – prediction model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Streamlit – interactive dashboard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VS Code – development environment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Datasets (Kaggle IPL Data)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 eaLnBrk="1" fontAlgn="auto" hangingPunct="1">
              <a:spcAft>
                <a:spcPts val="0"/>
              </a:spcAft>
            </a:pPr>
            <a:r>
              <a:rPr lang="en-US" alt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alt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1980B0E-5FBF-4B26-BAF5-DEA8B6E22633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" name="Content Placeholder 3"/>
          <p:cNvSpPr/>
          <p:nvPr>
            <p:ph sz="quarter" idx="1"/>
          </p:nvPr>
        </p:nvSpPr>
        <p:spPr/>
        <p:txBody>
          <a:bodyPr/>
          <a:p>
            <a:br>
              <a:rPr lang="en-IN" altLang="en-US" sz="2000"/>
            </a:b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graphicFrame>
        <p:nvGraphicFramePr>
          <p:cNvPr id="5" name="Diagram 4"/>
          <p:cNvGraphicFramePr/>
          <p:nvPr/>
        </p:nvGraphicFramePr>
        <p:xfrm>
          <a:off x="612140" y="914400"/>
          <a:ext cx="7703185" cy="367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</a:t>
            </a:r>
            <a:r>
              <a:rPr lang="en-US" sz="2800" b="1">
                <a:sym typeface="+mn-ea"/>
              </a:rPr>
              <a:t>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38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A17B35-B689-4F74-A75B-5ED7C6687438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Content Placeholder 4"/>
          <p:cNvSpPr/>
          <p:nvPr>
            <p:ph sz="quarter" idx="1"/>
          </p:nvPr>
        </p:nvSpPr>
        <p:spPr/>
        <p:txBody>
          <a:bodyPr/>
          <a:p>
            <a:pPr marL="457200" indent="-457200">
              <a:buFont typeface="+mj-lt"/>
              <a:buAutoNum type="arabicParenR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 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Cleaning, handling missing values, encoding categories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Statistical Analysis Module 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Graphs: matches per season, team wins, toss trends, heatmaps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Prediction Module: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training, accuracy evaluation, result prediction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64685" y="24085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</a:t>
            </a:r>
            <a:r>
              <a:rPr lang="en-US" sz="2800" b="1">
                <a:sym typeface="+mn-ea"/>
              </a:rPr>
              <a:t>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38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A17B35-B689-4F74-A75B-5ED7C6687438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Content Placeholder 4"/>
          <p:cNvSpPr/>
          <p:nvPr>
            <p:ph sz="quarter" idx="1"/>
          </p:nvPr>
        </p:nvSpPr>
        <p:spPr/>
        <p:txBody>
          <a:bodyPr/>
          <a:p>
            <a:pPr marL="457200" indent="-457200">
              <a:buFont typeface="+mj-lt"/>
              <a:buAutoNum type="arabicParenR" startAt="4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 startAt="4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 Module 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interface, charts, interactive match prediction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 startAt="4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 startAt="4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Module 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split, accuracy, confusion matrix, optimization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64685" y="24085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VISUALISATION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altLang="en-US" sz="1200"/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29000" y="590550"/>
            <a:ext cx="330454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Matches per season (bar chart)</a:t>
            </a:r>
            <a:endParaRPr sz="16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305" y="1123950"/>
            <a:ext cx="6296025" cy="3485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VISUALISATION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altLang="en-US" sz="1200"/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38600" y="577215"/>
            <a:ext cx="296418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00"/>
              <a:t>Dataset overview</a:t>
            </a:r>
            <a:endParaRPr lang="en-US"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76350"/>
            <a:ext cx="5450205" cy="3322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 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VISUALISATION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altLang="en-US" sz="1200"/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86200" y="590550"/>
            <a:ext cx="249682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Toss decisions (</a:t>
            </a:r>
            <a:r>
              <a:rPr lang="en-US" sz="1600"/>
              <a:t>bar</a:t>
            </a:r>
            <a:r>
              <a:rPr sz="1600"/>
              <a:t> chart)</a:t>
            </a:r>
            <a:endParaRPr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960755"/>
            <a:ext cx="5318760" cy="3761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VISUALISATION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altLang="en-US" sz="1200"/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33800" y="590550"/>
            <a:ext cx="249428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Head-to-head heatmap</a:t>
            </a:r>
            <a:endParaRPr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002665"/>
            <a:ext cx="4497070" cy="36772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VISUALISATION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altLang="en-US" sz="1200"/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733800" y="590550"/>
            <a:ext cx="264922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Interactive match prediction</a:t>
            </a:r>
            <a:endParaRPr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155" y="971550"/>
            <a:ext cx="6585585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  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altLang="en-US" sz="1200"/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 live match data for real-time predictions.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ML models (XGBoost, Deep Learning).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sentiment analysis from social media.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Deploy dashboard online for public access.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 mobile-responsive UI and downloadable reports.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50"/>
            <a:ext cx="9144000" cy="90275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 </a:t>
            </a:r>
            <a:r>
              <a:rPr lang="en-US" sz="2400" b="1">
                <a:sym typeface="+mn-ea"/>
              </a:rPr>
              <a:t> 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41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F5157C-8B2E-4ECB-A8A7-7C8E92F581F1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analyzed multi-season IPL data using DVA techniques.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clearly show team dominance, season trends, and toss behavior.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ML model achieved ~60–70% accuracy in predicting match winners.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 makes analytics interactive and easy to use.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power of data visualization + ML in sports analytics.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 eaLnBrk="1" fontAlgn="auto" hangingPunct="1">
              <a:spcAft>
                <a:spcPts val="0"/>
              </a:spcAft>
            </a:pPr>
            <a:r>
              <a:rPr lang="en-US" sz="2000" b="1">
                <a:sym typeface="+mn-ea"/>
              </a:rPr>
              <a:t>      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REFERENCES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43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6E4F741-6A21-485A-820C-136ACF2787D5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8437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3703638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endParaRPr lang="en-I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 3" panose="05040102010807070707" pitchFamily="18" charset="2"/>
              <a:buNone/>
            </a:pPr>
            <a:endParaRPr lang="en-I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80720" y="998855"/>
            <a:ext cx="7561580" cy="368744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buFont typeface="+mj-lt"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1.Kaggle – IPL Dataset (Raw Data Source)</a:t>
            </a: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https://www.kaggle.com/datasets/ramjidoolla/ipl-data-set.</a:t>
            </a:r>
            <a:endParaRPr lang="en-US" altLang="en-US" sz="18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2.“Hands-On Machine Learning with Scikit-Learn, Keras &amp; TensorFlow” – Aurélien Géron:</a:t>
            </a: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https://www.oreilly.com/library/view/hands-on-machine-learning/9781492032632/.</a:t>
            </a:r>
            <a:endParaRPr lang="en-US" altLang="en-US" sz="18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endParaRPr lang="en-US" altLang="en-US" sz="18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3.“Python for Data Analysis” – Wes McKinney</a:t>
            </a: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https://www.oreilly.com/library/view/python-for-data/9781491957653/</a:t>
            </a:r>
            <a:endParaRPr lang="en-US" altLang="en-US" sz="18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4.“Python Data Science Handbook” – Jake VanderPlas</a:t>
            </a: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US" altLang="en-US" sz="18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https://jakevdp.github.io/PythonDataScienceHandbook/</a:t>
            </a:r>
            <a:endParaRPr lang="en-US" altLang="en-US" sz="18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-19050"/>
            <a:ext cx="9144000" cy="914400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 eaLnBrk="1" fontAlgn="auto" hangingPunct="1">
              <a:spcAft>
                <a:spcPts val="0"/>
              </a:spcAft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HANK YOU</a:t>
            </a:r>
            <a:endParaRPr lang="en-US" alt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118EEEA-A746-4B99-9A8F-B70A5B43053E}" type="slidenum">
              <a:rPr lang="en-US" altLang="en-US" smtClean="0">
                <a:solidFill>
                  <a:schemeClr val="tx2"/>
                </a:solidFill>
              </a:rPr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0" y="2100263"/>
            <a:ext cx="9144000" cy="166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1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en-IN" sz="3600" dirty="0"/>
          </a:p>
          <a:p>
            <a:pPr algn="ctr" fontAlgn="auto">
              <a:spcAft>
                <a:spcPts val="0"/>
              </a:spcAft>
              <a:defRPr/>
            </a:pP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queries??? 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ChatGPT Image Oct 3, 2025, 02_02_1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19350"/>
            <a:ext cx="988060" cy="988060"/>
          </a:xfrm>
          <a:prstGeom prst="rect">
            <a:avLst/>
          </a:prstGeom>
        </p:spPr>
      </p:pic>
      <p:pic>
        <p:nvPicPr>
          <p:cNvPr id="3" name="Picture 2" descr="ChatGPT Image Oct 3, 2025, 02_02_1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2419350"/>
            <a:ext cx="988060" cy="98806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3006</Words>
  <Application>WPS Presentation</Application>
  <PresentationFormat>On-screen Show (16:9)</PresentationFormat>
  <Paragraphs>159</Paragraphs>
  <Slides>16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Gill Sans MT</vt:lpstr>
      <vt:lpstr>Bookman Old Style</vt:lpstr>
      <vt:lpstr>Wingdings 3</vt:lpstr>
      <vt:lpstr>Wingdings 3</vt:lpstr>
      <vt:lpstr>Calibri</vt:lpstr>
      <vt:lpstr>Times New Roman</vt:lpstr>
      <vt:lpstr>Wingdings</vt:lpstr>
      <vt:lpstr>Microsoft YaHei</vt:lpstr>
      <vt:lpstr>Arial Unicode MS</vt:lpstr>
      <vt:lpstr>Arial</vt:lpstr>
      <vt:lpstr>华文新魏</vt:lpstr>
      <vt:lpstr>Segoe Print</vt:lpstr>
      <vt:lpstr>Origin</vt:lpstr>
      <vt:lpstr>                  AMB1301-DATA VISUALIZATION &amp; ANALYTICS </vt:lpstr>
      <vt:lpstr>                  OVERVIEW </vt:lpstr>
      <vt:lpstr>PROBLEM STATEMENT</vt:lpstr>
      <vt:lpstr>DATASET USED</vt:lpstr>
      <vt:lpstr>DATA ANALYSIS</vt:lpstr>
      <vt:lpstr>      TOOLS</vt:lpstr>
      <vt:lpstr>      MODULES</vt:lpstr>
      <vt:lpstr>         VISUALISATION</vt:lpstr>
      <vt:lpstr>         VISUALISATION</vt:lpstr>
      <vt:lpstr>         VISUALISATION</vt:lpstr>
      <vt:lpstr>         VISUALISATION</vt:lpstr>
      <vt:lpstr>         VISUALISATION</vt:lpstr>
      <vt:lpstr>         VISUALISATION</vt:lpstr>
      <vt:lpstr>         VISUALISATION</vt:lpstr>
      <vt:lpstr>        REFERENCES</vt:lpstr>
      <vt:lpstr>Thank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Akshala 2006</cp:lastModifiedBy>
  <cp:revision>15</cp:revision>
  <dcterms:created xsi:type="dcterms:W3CDTF">2024-12-05T07:56:00Z</dcterms:created>
  <dcterms:modified xsi:type="dcterms:W3CDTF">2025-12-12T15:57:27Z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06ACE977F745481F817EB2193C586DE3_13</vt:lpwstr>
  </property>
  <property fmtid="{D5CDD505-2E9C-101B-9397-08002B2CF9AE}" pid="3" name="KSOProductBuildVer">
    <vt:lpwstr>1033-12.2.0.23155</vt:lpwstr>
  </property>
</Properties>
</file>